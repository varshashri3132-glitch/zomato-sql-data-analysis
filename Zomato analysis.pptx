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sldIdLst>
    <p:sldId id="256" r:id="rId2"/>
    <p:sldId id="257" r:id="rId3"/>
    <p:sldId id="258" r:id="rId4"/>
    <p:sldId id="261" r:id="rId5"/>
    <p:sldId id="259" r:id="rId6"/>
    <p:sldId id="262" r:id="rId7"/>
    <p:sldId id="263" r:id="rId8"/>
    <p:sldId id="264" r:id="rId9"/>
    <p:sldId id="260" r:id="rId10"/>
    <p:sldId id="279" r:id="rId11"/>
    <p:sldId id="265" r:id="rId12"/>
    <p:sldId id="280" r:id="rId13"/>
    <p:sldId id="266" r:id="rId14"/>
    <p:sldId id="281" r:id="rId15"/>
    <p:sldId id="267" r:id="rId16"/>
    <p:sldId id="282" r:id="rId17"/>
    <p:sldId id="268" r:id="rId18"/>
    <p:sldId id="283" r:id="rId19"/>
    <p:sldId id="269" r:id="rId20"/>
    <p:sldId id="284" r:id="rId21"/>
    <p:sldId id="270" r:id="rId22"/>
    <p:sldId id="285" r:id="rId23"/>
    <p:sldId id="271" r:id="rId24"/>
    <p:sldId id="286" r:id="rId25"/>
    <p:sldId id="272" r:id="rId26"/>
    <p:sldId id="287" r:id="rId27"/>
    <p:sldId id="273" r:id="rId28"/>
    <p:sldId id="288" r:id="rId29"/>
    <p:sldId id="274" r:id="rId30"/>
    <p:sldId id="289" r:id="rId31"/>
    <p:sldId id="275" r:id="rId32"/>
    <p:sldId id="276" r:id="rId33"/>
    <p:sldId id="277" r:id="rId34"/>
    <p:sldId id="278"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1104" y="2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EB46B8FB-F6A2-5F47-A6CD-A7E17E69270F}"/>
              </a:ext>
            </a:extLst>
          </p:cNvPr>
          <p:cNvGrpSpPr/>
          <p:nvPr/>
        </p:nvGrpSpPr>
        <p:grpSpPr>
          <a:xfrm>
            <a:off x="6201388" y="0"/>
            <a:ext cx="5990612" cy="6858001"/>
            <a:chOff x="6201388" y="0"/>
            <a:chExt cx="5990612" cy="6858001"/>
          </a:xfrm>
        </p:grpSpPr>
        <p:sp>
          <p:nvSpPr>
            <p:cNvPr id="45" name="Oval 44">
              <a:extLst>
                <a:ext uri="{FF2B5EF4-FFF2-40B4-BE49-F238E27FC236}">
                  <a16:creationId xmlns:a16="http://schemas.microsoft.com/office/drawing/2014/main" id="{419BDE93-3EC2-4E4D-BC0B-417378F49EDA}"/>
                </a:ext>
              </a:extLst>
            </p:cNvPr>
            <p:cNvSpPr/>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a:extLst>
                <a:ext uri="{FF2B5EF4-FFF2-40B4-BE49-F238E27FC236}">
                  <a16:creationId xmlns:a16="http://schemas.microsoft.com/office/drawing/2014/main" id="{FE21F82F-1EE5-8240-97F8-387DF0253FCE}"/>
                </a:ext>
              </a:extLst>
            </p:cNvPr>
            <p:cNvSpPr/>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48">
              <a:extLst>
                <a:ext uri="{FF2B5EF4-FFF2-40B4-BE49-F238E27FC236}">
                  <a16:creationId xmlns:a16="http://schemas.microsoft.com/office/drawing/2014/main" id="{AE1903E3-6B5F-6B4C-9A1F-62628A050AEB}"/>
                </a:ext>
              </a:extLst>
            </p:cNvPr>
            <p:cNvSpPr/>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Oval 50">
              <a:extLst>
                <a:ext uri="{FF2B5EF4-FFF2-40B4-BE49-F238E27FC236}">
                  <a16:creationId xmlns:a16="http://schemas.microsoft.com/office/drawing/2014/main" id="{F7C55863-3B37-0743-B001-1A970033FBA8}"/>
                </a:ext>
              </a:extLst>
            </p:cNvPr>
            <p:cNvSpPr/>
            <p:nvPr/>
          </p:nvSpPr>
          <p:spPr>
            <a:xfrm>
              <a:off x="7564253"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932B4C24-3A58-924C-B79A-D961EF7C2C48}"/>
                </a:ext>
              </a:extLst>
            </p:cNvPr>
            <p:cNvSpPr/>
            <p:nvPr/>
          </p:nvSpPr>
          <p:spPr>
            <a:xfrm>
              <a:off x="7564253" y="217788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21EF52E0-D2CF-544F-93A6-4D7B45A0483A}"/>
                </a:ext>
              </a:extLst>
            </p:cNvPr>
            <p:cNvSpPr/>
            <p:nvPr/>
          </p:nvSpPr>
          <p:spPr>
            <a:xfrm>
              <a:off x="7564253" y="80636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63">
              <a:extLst>
                <a:ext uri="{FF2B5EF4-FFF2-40B4-BE49-F238E27FC236}">
                  <a16:creationId xmlns:a16="http://schemas.microsoft.com/office/drawing/2014/main" id="{6966CFE5-1C8C-2E4F-9B2D-A8438F5A5322}"/>
                </a:ext>
              </a:extLst>
            </p:cNvPr>
            <p:cNvSpPr/>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5" name="Freeform 64">
              <a:extLst>
                <a:ext uri="{FF2B5EF4-FFF2-40B4-BE49-F238E27FC236}">
                  <a16:creationId xmlns:a16="http://schemas.microsoft.com/office/drawing/2014/main" id="{9FD29EF3-A5B2-554A-A307-6BE1BCE8AF03}"/>
                </a:ext>
              </a:extLst>
            </p:cNvPr>
            <p:cNvSpPr/>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Oval 66">
              <a:extLst>
                <a:ext uri="{FF2B5EF4-FFF2-40B4-BE49-F238E27FC236}">
                  <a16:creationId xmlns:a16="http://schemas.microsoft.com/office/drawing/2014/main" id="{AC1ECAD8-0CF2-934D-AA1E-C108208CDE6F}"/>
                </a:ext>
              </a:extLst>
            </p:cNvPr>
            <p:cNvSpPr/>
            <p:nvPr/>
          </p:nvSpPr>
          <p:spPr>
            <a:xfrm>
              <a:off x="8927118" y="492091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DB14DED1-3A58-8C4D-902E-2A9F34043F61}"/>
                </a:ext>
              </a:extLst>
            </p:cNvPr>
            <p:cNvSpPr/>
            <p:nvPr/>
          </p:nvSpPr>
          <p:spPr>
            <a:xfrm>
              <a:off x="8927118" y="354939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65D65157-5719-0341-A807-A8956595FB4C}"/>
                </a:ext>
              </a:extLst>
            </p:cNvPr>
            <p:cNvSpPr/>
            <p:nvPr/>
          </p:nvSpPr>
          <p:spPr>
            <a:xfrm>
              <a:off x="8927118" y="217788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A7F23F74-B777-2A4C-8EF9-E798880D5942}"/>
                </a:ext>
              </a:extLst>
            </p:cNvPr>
            <p:cNvSpPr/>
            <p:nvPr/>
          </p:nvSpPr>
          <p:spPr>
            <a:xfrm>
              <a:off x="8927118"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a:extLst>
                <a:ext uri="{FF2B5EF4-FFF2-40B4-BE49-F238E27FC236}">
                  <a16:creationId xmlns:a16="http://schemas.microsoft.com/office/drawing/2014/main" id="{E3B9A050-0AE1-1D4B-A2AC-6EEF64B106D9}"/>
                </a:ext>
              </a:extLst>
            </p:cNvPr>
            <p:cNvSpPr/>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2" name="Freeform 71">
              <a:extLst>
                <a:ext uri="{FF2B5EF4-FFF2-40B4-BE49-F238E27FC236}">
                  <a16:creationId xmlns:a16="http://schemas.microsoft.com/office/drawing/2014/main" id="{C424FE38-F803-8D47-BF56-1B18EC2B1F03}"/>
                </a:ext>
              </a:extLst>
            </p:cNvPr>
            <p:cNvSpPr/>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Oval 72">
              <a:extLst>
                <a:ext uri="{FF2B5EF4-FFF2-40B4-BE49-F238E27FC236}">
                  <a16:creationId xmlns:a16="http://schemas.microsoft.com/office/drawing/2014/main" id="{E37187F2-9212-0641-97D0-1ACD50B748A8}"/>
                </a:ext>
              </a:extLst>
            </p:cNvPr>
            <p:cNvSpPr/>
            <p:nvPr/>
          </p:nvSpPr>
          <p:spPr>
            <a:xfrm>
              <a:off x="10289984" y="492091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C760C651-2AC4-564E-BEAA-AB7FAFE7F79F}"/>
                </a:ext>
              </a:extLst>
            </p:cNvPr>
            <p:cNvSpPr/>
            <p:nvPr/>
          </p:nvSpPr>
          <p:spPr>
            <a:xfrm>
              <a:off x="10289984"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58B0A1B8-5BA3-3548-9511-B4904D05264B}"/>
                </a:ext>
              </a:extLst>
            </p:cNvPr>
            <p:cNvSpPr/>
            <p:nvPr/>
          </p:nvSpPr>
          <p:spPr>
            <a:xfrm>
              <a:off x="10289984"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75">
              <a:extLst>
                <a:ext uri="{FF2B5EF4-FFF2-40B4-BE49-F238E27FC236}">
                  <a16:creationId xmlns:a16="http://schemas.microsoft.com/office/drawing/2014/main" id="{424CD779-EE9A-214D-9488-767327E373AA}"/>
                </a:ext>
              </a:extLst>
            </p:cNvPr>
            <p:cNvSpPr/>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7" name="Freeform 76">
              <a:extLst>
                <a:ext uri="{FF2B5EF4-FFF2-40B4-BE49-F238E27FC236}">
                  <a16:creationId xmlns:a16="http://schemas.microsoft.com/office/drawing/2014/main" id="{630D08C6-9EFB-8540-875F-2A55DED2AAE3}"/>
                </a:ext>
              </a:extLst>
            </p:cNvPr>
            <p:cNvSpPr/>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8" name="Freeform 77">
              <a:extLst>
                <a:ext uri="{FF2B5EF4-FFF2-40B4-BE49-F238E27FC236}">
                  <a16:creationId xmlns:a16="http://schemas.microsoft.com/office/drawing/2014/main" id="{D7E8DA86-1294-4641-9C52-6E153150641C}"/>
                </a:ext>
              </a:extLst>
            </p:cNvPr>
            <p:cNvSpPr/>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9" name="Freeform 78">
              <a:extLst>
                <a:ext uri="{FF2B5EF4-FFF2-40B4-BE49-F238E27FC236}">
                  <a16:creationId xmlns:a16="http://schemas.microsoft.com/office/drawing/2014/main" id="{011063C9-2A43-3348-A018-F27FACAA778D}"/>
                </a:ext>
              </a:extLst>
            </p:cNvPr>
            <p:cNvSpPr/>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0" name="Freeform 79">
              <a:extLst>
                <a:ext uri="{FF2B5EF4-FFF2-40B4-BE49-F238E27FC236}">
                  <a16:creationId xmlns:a16="http://schemas.microsoft.com/office/drawing/2014/main" id="{EE85C7DE-D965-244F-BD95-3A05FF4AAC61}"/>
                </a:ext>
              </a:extLst>
            </p:cNvPr>
            <p:cNvSpPr/>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1" name="Freeform 80">
              <a:extLst>
                <a:ext uri="{FF2B5EF4-FFF2-40B4-BE49-F238E27FC236}">
                  <a16:creationId xmlns:a16="http://schemas.microsoft.com/office/drawing/2014/main" id="{315A1389-149A-3342-A863-637D42FDB28D}"/>
                </a:ext>
              </a:extLst>
            </p:cNvPr>
            <p:cNvSpPr/>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 name="Freeform 81">
              <a:extLst>
                <a:ext uri="{FF2B5EF4-FFF2-40B4-BE49-F238E27FC236}">
                  <a16:creationId xmlns:a16="http://schemas.microsoft.com/office/drawing/2014/main" id="{B149CC6F-B6C6-BE46-B451-1BF7D47A8936}"/>
                </a:ext>
              </a:extLst>
            </p:cNvPr>
            <p:cNvSpPr/>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CDAB39E9-6F50-3F4B-9DDB-FC0E0CA993A6}"/>
              </a:ext>
            </a:extLst>
          </p:cNvPr>
          <p:cNvSpPr>
            <a:spLocks noGrp="1"/>
          </p:cNvSpPr>
          <p:nvPr>
            <p:ph type="ctrTitle"/>
          </p:nvPr>
        </p:nvSpPr>
        <p:spPr>
          <a:xfrm>
            <a:off x="565150" y="768334"/>
            <a:ext cx="5066001" cy="2866405"/>
          </a:xfrm>
        </p:spPr>
        <p:txBody>
          <a:bodyPr anchor="t"/>
          <a:lstStyle>
            <a:lvl1pPr algn="l">
              <a:defRPr sz="6000"/>
            </a:lvl1pPr>
          </a:lstStyle>
          <a:p>
            <a:r>
              <a:rPr lang="en-US" dirty="0"/>
              <a:t>Click to edit Master title style</a:t>
            </a:r>
          </a:p>
        </p:txBody>
      </p:sp>
      <p:sp>
        <p:nvSpPr>
          <p:cNvPr id="3" name="Subtitle 2">
            <a:extLst>
              <a:ext uri="{FF2B5EF4-FFF2-40B4-BE49-F238E27FC236}">
                <a16:creationId xmlns:a16="http://schemas.microsoft.com/office/drawing/2014/main" id="{A6B2C33E-E9A6-304D-BBCB-97AD0B213CE0}"/>
              </a:ext>
            </a:extLst>
          </p:cNvPr>
          <p:cNvSpPr>
            <a:spLocks noGrp="1"/>
          </p:cNvSpPr>
          <p:nvPr>
            <p:ph type="subTitle" idx="1"/>
          </p:nvPr>
        </p:nvSpPr>
        <p:spPr>
          <a:xfrm>
            <a:off x="565150" y="4283239"/>
            <a:ext cx="5066001" cy="1475177"/>
          </a:xfrm>
        </p:spPr>
        <p:txBody>
          <a:bodyPr anchor="b"/>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29C75C4-E533-BE48-B528-D1A278BC39A3}"/>
              </a:ext>
            </a:extLst>
          </p:cNvPr>
          <p:cNvSpPr>
            <a:spLocks noGrp="1"/>
          </p:cNvSpPr>
          <p:nvPr>
            <p:ph type="dt" sz="half" idx="10"/>
          </p:nvPr>
        </p:nvSpPr>
        <p:spPr>
          <a:xfrm>
            <a:off x="566928" y="457200"/>
            <a:ext cx="3608205" cy="365125"/>
          </a:xfrm>
        </p:spPr>
        <p:txBody>
          <a:bodyPr/>
          <a:lstStyle>
            <a:lvl1pPr algn="l">
              <a:defRPr/>
            </a:lvl1pPr>
          </a:lstStyle>
          <a:p>
            <a:pPr algn="l"/>
            <a:fld id="{A5B0A250-5CC0-1746-B209-08E8B0DAE6AF}" type="datetimeFigureOut">
              <a:rPr lang="en-US" smtClean="0"/>
              <a:pPr algn="l"/>
              <a:t>5/24/2025</a:t>
            </a:fld>
            <a:endParaRPr lang="en-US" dirty="0"/>
          </a:p>
        </p:txBody>
      </p:sp>
      <p:sp>
        <p:nvSpPr>
          <p:cNvPr id="5" name="Footer Placeholder 4">
            <a:extLst>
              <a:ext uri="{FF2B5EF4-FFF2-40B4-BE49-F238E27FC236}">
                <a16:creationId xmlns:a16="http://schemas.microsoft.com/office/drawing/2014/main" id="{8F09BA8A-EF83-434D-A90E-0805D1104A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FCFDDE0-90B9-AD4E-B0EB-E7464FA9CDF2}"/>
              </a:ext>
            </a:extLst>
          </p:cNvPr>
          <p:cNvSpPr>
            <a:spLocks noGrp="1"/>
          </p:cNvSpPr>
          <p:nvPr>
            <p:ph type="sldNum" sz="quarter" idx="12"/>
          </p:nvPr>
        </p:nvSpPr>
        <p:spPr>
          <a:xfrm>
            <a:off x="4817335" y="6141085"/>
            <a:ext cx="813816" cy="365125"/>
          </a:xfrm>
        </p:spPr>
        <p:txBody>
          <a:bodyPr/>
          <a:lstStyle/>
          <a:p>
            <a:fld id="{49ABCAEC-7D34-E549-A96E-FCEDAADBE4B0}" type="slidenum">
              <a:rPr lang="en-US" smtClean="0"/>
              <a:t>‹#›</a:t>
            </a:fld>
            <a:endParaRPr lang="en-US" dirty="0"/>
          </a:p>
        </p:txBody>
      </p:sp>
      <p:cxnSp>
        <p:nvCxnSpPr>
          <p:cNvPr id="7" name="Straight Connector 6">
            <a:extLst>
              <a:ext uri="{FF2B5EF4-FFF2-40B4-BE49-F238E27FC236}">
                <a16:creationId xmlns:a16="http://schemas.microsoft.com/office/drawing/2014/main" id="{D33A3282-0389-C547-8CA6-7F3E7F27B34D}"/>
              </a:ext>
            </a:extLst>
          </p:cNvPr>
          <p:cNvCxnSpPr>
            <a:cxnSpLocks/>
          </p:cNvCxnSpPr>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7017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F0CAFDA3-320A-C24D-A7A1-20C1267EC987}"/>
              </a:ext>
            </a:extLst>
          </p:cNvPr>
          <p:cNvGrpSpPr/>
          <p:nvPr/>
        </p:nvGrpSpPr>
        <p:grpSpPr>
          <a:xfrm>
            <a:off x="8928528" y="0"/>
            <a:ext cx="3263472" cy="6858000"/>
            <a:chOff x="8928528" y="0"/>
            <a:chExt cx="3263472" cy="6858000"/>
          </a:xfrm>
        </p:grpSpPr>
        <p:sp>
          <p:nvSpPr>
            <p:cNvPr id="23" name="Oval 22">
              <a:extLst>
                <a:ext uri="{FF2B5EF4-FFF2-40B4-BE49-F238E27FC236}">
                  <a16:creationId xmlns:a16="http://schemas.microsoft.com/office/drawing/2014/main" id="{D2411669-6E2C-2243-99CD-6BC9D724FA1F}"/>
                </a:ext>
              </a:extLst>
            </p:cNvPr>
            <p:cNvSpPr/>
            <p:nvPr/>
          </p:nvSpPr>
          <p:spPr>
            <a:xfrm>
              <a:off x="8928528"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a:extLst>
                <a:ext uri="{FF2B5EF4-FFF2-40B4-BE49-F238E27FC236}">
                  <a16:creationId xmlns:a16="http://schemas.microsoft.com/office/drawing/2014/main" id="{C4E0C522-0F40-ED44-A700-F1BCD1CF74F5}"/>
                </a:ext>
              </a:extLst>
            </p:cNvPr>
            <p:cNvSpPr/>
            <p:nvPr/>
          </p:nvSpPr>
          <p:spPr>
            <a:xfrm>
              <a:off x="8928528" y="0"/>
              <a:ext cx="1130724" cy="565573"/>
            </a:xfrm>
            <a:custGeom>
              <a:avLst/>
              <a:gdLst>
                <a:gd name="connsiteX0" fmla="*/ 22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2"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a:extLst>
                <a:ext uri="{FF2B5EF4-FFF2-40B4-BE49-F238E27FC236}">
                  <a16:creationId xmlns:a16="http://schemas.microsoft.com/office/drawing/2014/main" id="{B79B4380-CBEC-C341-A10E-5EF9A8597959}"/>
                </a:ext>
              </a:extLst>
            </p:cNvPr>
            <p:cNvSpPr/>
            <p:nvPr/>
          </p:nvSpPr>
          <p:spPr>
            <a:xfrm>
              <a:off x="10291391" y="6292417"/>
              <a:ext cx="1130724" cy="565583"/>
            </a:xfrm>
            <a:custGeom>
              <a:avLst/>
              <a:gdLst>
                <a:gd name="connsiteX0" fmla="*/ 565362 w 1130724"/>
                <a:gd name="connsiteY0" fmla="*/ 0 h 565583"/>
                <a:gd name="connsiteX1" fmla="*/ 1130724 w 1130724"/>
                <a:gd name="connsiteY1" fmla="*/ 565362 h 565583"/>
                <a:gd name="connsiteX2" fmla="*/ 1130702 w 1130724"/>
                <a:gd name="connsiteY2" fmla="*/ 565583 h 565583"/>
                <a:gd name="connsiteX3" fmla="*/ 22 w 1130724"/>
                <a:gd name="connsiteY3" fmla="*/ 565583 h 565583"/>
                <a:gd name="connsiteX4" fmla="*/ 0 w 1130724"/>
                <a:gd name="connsiteY4" fmla="*/ 565362 h 565583"/>
                <a:gd name="connsiteX5" fmla="*/ 565362 w 1130724"/>
                <a:gd name="connsiteY5" fmla="*/ 0 h 565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83">
                  <a:moveTo>
                    <a:pt x="565362" y="0"/>
                  </a:moveTo>
                  <a:cubicBezTo>
                    <a:pt x="877603" y="0"/>
                    <a:pt x="1130724" y="253121"/>
                    <a:pt x="1130724" y="565362"/>
                  </a:cubicBezTo>
                  <a:lnTo>
                    <a:pt x="1130702" y="565583"/>
                  </a:lnTo>
                  <a:lnTo>
                    <a:pt x="22" y="565583"/>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Oval 25">
              <a:extLst>
                <a:ext uri="{FF2B5EF4-FFF2-40B4-BE49-F238E27FC236}">
                  <a16:creationId xmlns:a16="http://schemas.microsoft.com/office/drawing/2014/main" id="{F04AD70E-5490-4C4E-A05D-D67949C51A74}"/>
                </a:ext>
              </a:extLst>
            </p:cNvPr>
            <p:cNvSpPr/>
            <p:nvPr/>
          </p:nvSpPr>
          <p:spPr>
            <a:xfrm>
              <a:off x="10291392" y="354939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128A8883-9F24-0047-92B7-45B3D2E7D9C0}"/>
                </a:ext>
              </a:extLst>
            </p:cNvPr>
            <p:cNvSpPr/>
            <p:nvPr/>
          </p:nvSpPr>
          <p:spPr>
            <a:xfrm>
              <a:off x="10291392" y="2177876"/>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AAC3A3BB-FD2C-FB44-9478-FA87EF229D37}"/>
                </a:ext>
              </a:extLst>
            </p:cNvPr>
            <p:cNvSpPr/>
            <p:nvPr/>
          </p:nvSpPr>
          <p:spPr>
            <a:xfrm>
              <a:off x="10291392" y="806363"/>
              <a:ext cx="1130724" cy="11307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28">
              <a:extLst>
                <a:ext uri="{FF2B5EF4-FFF2-40B4-BE49-F238E27FC236}">
                  <a16:creationId xmlns:a16="http://schemas.microsoft.com/office/drawing/2014/main" id="{BF46B3B1-E981-BB40-B916-51A6D3851969}"/>
                </a:ext>
              </a:extLst>
            </p:cNvPr>
            <p:cNvSpPr/>
            <p:nvPr/>
          </p:nvSpPr>
          <p:spPr>
            <a:xfrm>
              <a:off x="10291392"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29">
              <a:extLst>
                <a:ext uri="{FF2B5EF4-FFF2-40B4-BE49-F238E27FC236}">
                  <a16:creationId xmlns:a16="http://schemas.microsoft.com/office/drawing/2014/main" id="{EA7DAE92-7D6B-B042-83BE-047C8EC322A0}"/>
                </a:ext>
              </a:extLst>
            </p:cNvPr>
            <p:cNvSpPr/>
            <p:nvPr/>
          </p:nvSpPr>
          <p:spPr>
            <a:xfrm>
              <a:off x="11654256" y="6295201"/>
              <a:ext cx="537744" cy="562799"/>
            </a:xfrm>
            <a:custGeom>
              <a:avLst/>
              <a:gdLst>
                <a:gd name="connsiteX0" fmla="*/ 537744 w 537744"/>
                <a:gd name="connsiteY0" fmla="*/ 0 h 562799"/>
                <a:gd name="connsiteX1" fmla="*/ 537744 w 537744"/>
                <a:gd name="connsiteY1" fmla="*/ 562799 h 562799"/>
                <a:gd name="connsiteX2" fmla="*/ 22 w 537744"/>
                <a:gd name="connsiteY2" fmla="*/ 562799 h 562799"/>
                <a:gd name="connsiteX3" fmla="*/ 0 w 537744"/>
                <a:gd name="connsiteY3" fmla="*/ 562578 h 562799"/>
                <a:gd name="connsiteX4" fmla="*/ 451422 w 537744"/>
                <a:gd name="connsiteY4" fmla="*/ 8702 h 562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99">
                  <a:moveTo>
                    <a:pt x="537744" y="0"/>
                  </a:moveTo>
                  <a:lnTo>
                    <a:pt x="537744" y="562799"/>
                  </a:lnTo>
                  <a:lnTo>
                    <a:pt x="22" y="562799"/>
                  </a:lnTo>
                  <a:lnTo>
                    <a:pt x="0" y="562578"/>
                  </a:ln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30">
              <a:extLst>
                <a:ext uri="{FF2B5EF4-FFF2-40B4-BE49-F238E27FC236}">
                  <a16:creationId xmlns:a16="http://schemas.microsoft.com/office/drawing/2014/main" id="{06AADCE6-4277-EA49-AF23-63B53CA6772A}"/>
                </a:ext>
              </a:extLst>
            </p:cNvPr>
            <p:cNvSpPr/>
            <p:nvPr/>
          </p:nvSpPr>
          <p:spPr>
            <a:xfrm>
              <a:off x="11654256" y="4923687"/>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31">
              <a:extLst>
                <a:ext uri="{FF2B5EF4-FFF2-40B4-BE49-F238E27FC236}">
                  <a16:creationId xmlns:a16="http://schemas.microsoft.com/office/drawing/2014/main" id="{58CEA343-047B-DF4E-A7A8-881C7740EA36}"/>
                </a:ext>
              </a:extLst>
            </p:cNvPr>
            <p:cNvSpPr/>
            <p:nvPr/>
          </p:nvSpPr>
          <p:spPr>
            <a:xfrm>
              <a:off x="11654256" y="3552173"/>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32">
              <a:extLst>
                <a:ext uri="{FF2B5EF4-FFF2-40B4-BE49-F238E27FC236}">
                  <a16:creationId xmlns:a16="http://schemas.microsoft.com/office/drawing/2014/main" id="{FCCBAA07-17CE-2740-AA04-AEDA5EAD2796}"/>
                </a:ext>
              </a:extLst>
            </p:cNvPr>
            <p:cNvSpPr/>
            <p:nvPr/>
          </p:nvSpPr>
          <p:spPr>
            <a:xfrm>
              <a:off x="11654256" y="2180659"/>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33">
              <a:extLst>
                <a:ext uri="{FF2B5EF4-FFF2-40B4-BE49-F238E27FC236}">
                  <a16:creationId xmlns:a16="http://schemas.microsoft.com/office/drawing/2014/main" id="{BF15C430-7951-6040-BD4C-4E996E94480E}"/>
                </a:ext>
              </a:extLst>
            </p:cNvPr>
            <p:cNvSpPr/>
            <p:nvPr/>
          </p:nvSpPr>
          <p:spPr>
            <a:xfrm>
              <a:off x="11654256" y="809146"/>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34">
              <a:extLst>
                <a:ext uri="{FF2B5EF4-FFF2-40B4-BE49-F238E27FC236}">
                  <a16:creationId xmlns:a16="http://schemas.microsoft.com/office/drawing/2014/main" id="{0B3467F9-370D-5C4C-9EDE-E0CA0E401568}"/>
                </a:ext>
              </a:extLst>
            </p:cNvPr>
            <p:cNvSpPr/>
            <p:nvPr/>
          </p:nvSpPr>
          <p:spPr>
            <a:xfrm>
              <a:off x="11654256" y="0"/>
              <a:ext cx="537744" cy="562788"/>
            </a:xfrm>
            <a:custGeom>
              <a:avLst/>
              <a:gdLst>
                <a:gd name="connsiteX0" fmla="*/ 21 w 537744"/>
                <a:gd name="connsiteY0" fmla="*/ 0 h 562788"/>
                <a:gd name="connsiteX1" fmla="*/ 537744 w 537744"/>
                <a:gd name="connsiteY1" fmla="*/ 0 h 562788"/>
                <a:gd name="connsiteX2" fmla="*/ 537744 w 537744"/>
                <a:gd name="connsiteY2" fmla="*/ 562788 h 562788"/>
                <a:gd name="connsiteX3" fmla="*/ 451422 w 537744"/>
                <a:gd name="connsiteY3" fmla="*/ 554086 h 562788"/>
                <a:gd name="connsiteX4" fmla="*/ 0 w 537744"/>
                <a:gd name="connsiteY4" fmla="*/ 211 h 562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88">
                  <a:moveTo>
                    <a:pt x="21" y="0"/>
                  </a:moveTo>
                  <a:lnTo>
                    <a:pt x="537744" y="0"/>
                  </a:lnTo>
                  <a:lnTo>
                    <a:pt x="537744" y="562788"/>
                  </a:lnTo>
                  <a:lnTo>
                    <a:pt x="451422" y="554086"/>
                  </a:lnTo>
                  <a:cubicBezTo>
                    <a:pt x="193796" y="501368"/>
                    <a:pt x="0" y="273421"/>
                    <a:pt x="0" y="21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B652A1E4-52BA-534C-AECC-35C3CF44F861}"/>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8315675-65B4-E14F-9785-663A83B7B6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676A1E-2332-684F-BDD2-687C166BDEC0}"/>
              </a:ext>
            </a:extLst>
          </p:cNvPr>
          <p:cNvSpPr>
            <a:spLocks noGrp="1"/>
          </p:cNvSpPr>
          <p:nvPr>
            <p:ph type="dt" sz="half" idx="10"/>
          </p:nvPr>
        </p:nvSpPr>
        <p:spPr/>
        <p:txBody>
          <a:bodyPr/>
          <a:lstStyle/>
          <a:p>
            <a:fld id="{A5B0A250-5CC0-1746-B209-08E8B0DAE6AF}" type="datetimeFigureOut">
              <a:rPr lang="en-US" smtClean="0"/>
              <a:t>5/24/2025</a:t>
            </a:fld>
            <a:endParaRPr lang="en-US" dirty="0"/>
          </a:p>
        </p:txBody>
      </p:sp>
      <p:sp>
        <p:nvSpPr>
          <p:cNvPr id="5" name="Footer Placeholder 4">
            <a:extLst>
              <a:ext uri="{FF2B5EF4-FFF2-40B4-BE49-F238E27FC236}">
                <a16:creationId xmlns:a16="http://schemas.microsoft.com/office/drawing/2014/main" id="{22BB8CB0-B7BE-7D4F-B254-8A2F8AEC273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3E5A569-A063-8E40-B703-82B11D2A988A}"/>
              </a:ext>
            </a:extLst>
          </p:cNvPr>
          <p:cNvSpPr>
            <a:spLocks noGrp="1"/>
          </p:cNvSpPr>
          <p:nvPr>
            <p:ph type="sldNum" sz="quarter" idx="12"/>
          </p:nvPr>
        </p:nvSpPr>
        <p:spPr>
          <a:xfrm>
            <a:off x="7087169" y="6141085"/>
            <a:ext cx="813816" cy="365125"/>
          </a:xfrm>
        </p:spPr>
        <p:txBody>
          <a:bodyPr/>
          <a:lstStyle/>
          <a:p>
            <a:fld id="{49ABCAEC-7D34-E549-A96E-FCEDAADBE4B0}" type="slidenum">
              <a:rPr lang="en-US" smtClean="0"/>
              <a:t>‹#›</a:t>
            </a:fld>
            <a:endParaRPr lang="en-US"/>
          </a:p>
        </p:txBody>
      </p:sp>
      <p:cxnSp>
        <p:nvCxnSpPr>
          <p:cNvPr id="7" name="Straight Connector 6">
            <a:extLst>
              <a:ext uri="{FF2B5EF4-FFF2-40B4-BE49-F238E27FC236}">
                <a16:creationId xmlns:a16="http://schemas.microsoft.com/office/drawing/2014/main" id="{8231D73A-BA91-794F-8C09-4F4B41A6D08B}"/>
              </a:ext>
            </a:extLst>
          </p:cNvPr>
          <p:cNvCxnSpPr>
            <a:cxnSpLocks/>
          </p:cNvCxnSpPr>
          <p:nvPr/>
        </p:nvCxnSpPr>
        <p:spPr>
          <a:xfrm>
            <a:off x="565150" y="6087110"/>
            <a:ext cx="7335835"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17409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39" name="Group 38">
            <a:extLst>
              <a:ext uri="{FF2B5EF4-FFF2-40B4-BE49-F238E27FC236}">
                <a16:creationId xmlns:a16="http://schemas.microsoft.com/office/drawing/2014/main" id="{3ABDDED5-B489-454D-A72D-46C9473AB018}"/>
              </a:ext>
            </a:extLst>
          </p:cNvPr>
          <p:cNvGrpSpPr/>
          <p:nvPr/>
        </p:nvGrpSpPr>
        <p:grpSpPr>
          <a:xfrm>
            <a:off x="6201388" y="0"/>
            <a:ext cx="5990612" cy="6858001"/>
            <a:chOff x="6201388" y="0"/>
            <a:chExt cx="5990612" cy="6858001"/>
          </a:xfrm>
        </p:grpSpPr>
        <p:sp>
          <p:nvSpPr>
            <p:cNvPr id="40" name="Oval 39">
              <a:extLst>
                <a:ext uri="{FF2B5EF4-FFF2-40B4-BE49-F238E27FC236}">
                  <a16:creationId xmlns:a16="http://schemas.microsoft.com/office/drawing/2014/main" id="{E6338A9A-49A1-B04D-B479-43604A5CD6D5}"/>
                </a:ext>
              </a:extLst>
            </p:cNvPr>
            <p:cNvSpPr/>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40">
              <a:extLst>
                <a:ext uri="{FF2B5EF4-FFF2-40B4-BE49-F238E27FC236}">
                  <a16:creationId xmlns:a16="http://schemas.microsoft.com/office/drawing/2014/main" id="{3151B6D8-101B-F34D-992A-1668DB5D0067}"/>
                </a:ext>
              </a:extLst>
            </p:cNvPr>
            <p:cNvSpPr/>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41">
              <a:extLst>
                <a:ext uri="{FF2B5EF4-FFF2-40B4-BE49-F238E27FC236}">
                  <a16:creationId xmlns:a16="http://schemas.microsoft.com/office/drawing/2014/main" id="{21D4DE71-EB1A-E74C-9364-5FEC5377F4EF}"/>
                </a:ext>
              </a:extLst>
            </p:cNvPr>
            <p:cNvSpPr/>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Oval 42">
              <a:extLst>
                <a:ext uri="{FF2B5EF4-FFF2-40B4-BE49-F238E27FC236}">
                  <a16:creationId xmlns:a16="http://schemas.microsoft.com/office/drawing/2014/main" id="{BD99A5CD-9D3A-DA46-AD96-34B9DB522051}"/>
                </a:ext>
              </a:extLst>
            </p:cNvPr>
            <p:cNvSpPr/>
            <p:nvPr/>
          </p:nvSpPr>
          <p:spPr>
            <a:xfrm>
              <a:off x="7564253"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E6537DF9-74F2-924C-9B63-22B100C80C92}"/>
                </a:ext>
              </a:extLst>
            </p:cNvPr>
            <p:cNvSpPr/>
            <p:nvPr/>
          </p:nvSpPr>
          <p:spPr>
            <a:xfrm>
              <a:off x="7564253" y="217788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D7655457-8E4D-F34C-A595-66A45E9C3A1F}"/>
                </a:ext>
              </a:extLst>
            </p:cNvPr>
            <p:cNvSpPr/>
            <p:nvPr/>
          </p:nvSpPr>
          <p:spPr>
            <a:xfrm>
              <a:off x="7564253" y="80636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45">
              <a:extLst>
                <a:ext uri="{FF2B5EF4-FFF2-40B4-BE49-F238E27FC236}">
                  <a16:creationId xmlns:a16="http://schemas.microsoft.com/office/drawing/2014/main" id="{FB0E8D2C-8947-E44C-BC5F-F81B083DAA3E}"/>
                </a:ext>
              </a:extLst>
            </p:cNvPr>
            <p:cNvSpPr/>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Freeform 46">
              <a:extLst>
                <a:ext uri="{FF2B5EF4-FFF2-40B4-BE49-F238E27FC236}">
                  <a16:creationId xmlns:a16="http://schemas.microsoft.com/office/drawing/2014/main" id="{ED57F45D-85B8-AC49-A2BA-E941F1BE7F15}"/>
                </a:ext>
              </a:extLst>
            </p:cNvPr>
            <p:cNvSpPr/>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8" name="Oval 47">
              <a:extLst>
                <a:ext uri="{FF2B5EF4-FFF2-40B4-BE49-F238E27FC236}">
                  <a16:creationId xmlns:a16="http://schemas.microsoft.com/office/drawing/2014/main" id="{DA576359-CAE3-634C-8DF8-A834BCD7D668}"/>
                </a:ext>
              </a:extLst>
            </p:cNvPr>
            <p:cNvSpPr/>
            <p:nvPr/>
          </p:nvSpPr>
          <p:spPr>
            <a:xfrm>
              <a:off x="8927118" y="492091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16343F35-6601-BD4A-B9A5-25361D0453D2}"/>
                </a:ext>
              </a:extLst>
            </p:cNvPr>
            <p:cNvSpPr/>
            <p:nvPr/>
          </p:nvSpPr>
          <p:spPr>
            <a:xfrm>
              <a:off x="8927118" y="354939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5ED1C169-DCD9-9C4B-91B1-519621155A64}"/>
                </a:ext>
              </a:extLst>
            </p:cNvPr>
            <p:cNvSpPr/>
            <p:nvPr/>
          </p:nvSpPr>
          <p:spPr>
            <a:xfrm>
              <a:off x="8927118" y="217788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32328AC7-E0BC-0E46-A25B-11D523EC8100}"/>
                </a:ext>
              </a:extLst>
            </p:cNvPr>
            <p:cNvSpPr/>
            <p:nvPr/>
          </p:nvSpPr>
          <p:spPr>
            <a:xfrm>
              <a:off x="8927118"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reeform 51">
              <a:extLst>
                <a:ext uri="{FF2B5EF4-FFF2-40B4-BE49-F238E27FC236}">
                  <a16:creationId xmlns:a16="http://schemas.microsoft.com/office/drawing/2014/main" id="{32BBE02A-588F-6C4D-B310-694098C6A340}"/>
                </a:ext>
              </a:extLst>
            </p:cNvPr>
            <p:cNvSpPr/>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3" name="Freeform 52">
              <a:extLst>
                <a:ext uri="{FF2B5EF4-FFF2-40B4-BE49-F238E27FC236}">
                  <a16:creationId xmlns:a16="http://schemas.microsoft.com/office/drawing/2014/main" id="{6751D5A0-C90A-0A44-8654-CFE1B719B353}"/>
                </a:ext>
              </a:extLst>
            </p:cNvPr>
            <p:cNvSpPr/>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4" name="Oval 53">
              <a:extLst>
                <a:ext uri="{FF2B5EF4-FFF2-40B4-BE49-F238E27FC236}">
                  <a16:creationId xmlns:a16="http://schemas.microsoft.com/office/drawing/2014/main" id="{0F0FA086-0D80-B74A-9B37-5EACDE30D61F}"/>
                </a:ext>
              </a:extLst>
            </p:cNvPr>
            <p:cNvSpPr/>
            <p:nvPr/>
          </p:nvSpPr>
          <p:spPr>
            <a:xfrm>
              <a:off x="10289984" y="492091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7022E302-2A55-8844-A50B-DC16D075E16B}"/>
                </a:ext>
              </a:extLst>
            </p:cNvPr>
            <p:cNvSpPr/>
            <p:nvPr/>
          </p:nvSpPr>
          <p:spPr>
            <a:xfrm>
              <a:off x="10289984"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F4B325F5-A048-2843-A40B-3B2B31ECED76}"/>
                </a:ext>
              </a:extLst>
            </p:cNvPr>
            <p:cNvSpPr/>
            <p:nvPr/>
          </p:nvSpPr>
          <p:spPr>
            <a:xfrm>
              <a:off x="10289984"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Freeform 56">
              <a:extLst>
                <a:ext uri="{FF2B5EF4-FFF2-40B4-BE49-F238E27FC236}">
                  <a16:creationId xmlns:a16="http://schemas.microsoft.com/office/drawing/2014/main" id="{7707B616-7E85-5442-B46B-AF9426A7A0E9}"/>
                </a:ext>
              </a:extLst>
            </p:cNvPr>
            <p:cNvSpPr/>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8" name="Freeform 57">
              <a:extLst>
                <a:ext uri="{FF2B5EF4-FFF2-40B4-BE49-F238E27FC236}">
                  <a16:creationId xmlns:a16="http://schemas.microsoft.com/office/drawing/2014/main" id="{08914A00-D181-5847-A150-77CE67F94369}"/>
                </a:ext>
              </a:extLst>
            </p:cNvPr>
            <p:cNvSpPr/>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58">
              <a:extLst>
                <a:ext uri="{FF2B5EF4-FFF2-40B4-BE49-F238E27FC236}">
                  <a16:creationId xmlns:a16="http://schemas.microsoft.com/office/drawing/2014/main" id="{DAF2D976-5F49-2848-B465-C85708A6D706}"/>
                </a:ext>
              </a:extLst>
            </p:cNvPr>
            <p:cNvSpPr/>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0" name="Freeform 59">
              <a:extLst>
                <a:ext uri="{FF2B5EF4-FFF2-40B4-BE49-F238E27FC236}">
                  <a16:creationId xmlns:a16="http://schemas.microsoft.com/office/drawing/2014/main" id="{5E333474-B850-354C-A2E2-01735C948D47}"/>
                </a:ext>
              </a:extLst>
            </p:cNvPr>
            <p:cNvSpPr/>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1" name="Freeform 60">
              <a:extLst>
                <a:ext uri="{FF2B5EF4-FFF2-40B4-BE49-F238E27FC236}">
                  <a16:creationId xmlns:a16="http://schemas.microsoft.com/office/drawing/2014/main" id="{BC25646C-71B3-4A44-A4FE-C3CABE5580BB}"/>
                </a:ext>
              </a:extLst>
            </p:cNvPr>
            <p:cNvSpPr/>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61">
              <a:extLst>
                <a:ext uri="{FF2B5EF4-FFF2-40B4-BE49-F238E27FC236}">
                  <a16:creationId xmlns:a16="http://schemas.microsoft.com/office/drawing/2014/main" id="{B598CFE9-67EE-E342-9EF7-F40A1E0BE59E}"/>
                </a:ext>
              </a:extLst>
            </p:cNvPr>
            <p:cNvSpPr/>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3" name="Freeform 62">
              <a:extLst>
                <a:ext uri="{FF2B5EF4-FFF2-40B4-BE49-F238E27FC236}">
                  <a16:creationId xmlns:a16="http://schemas.microsoft.com/office/drawing/2014/main" id="{1E29AD13-94FE-1349-A28E-10F6E780F510}"/>
                </a:ext>
              </a:extLst>
            </p:cNvPr>
            <p:cNvSpPr/>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B650648E-B4D5-4145-84E7-46B5793EA68B}"/>
              </a:ext>
            </a:extLst>
          </p:cNvPr>
          <p:cNvSpPr>
            <a:spLocks noGrp="1"/>
          </p:cNvSpPr>
          <p:nvPr>
            <p:ph type="title"/>
          </p:nvPr>
        </p:nvSpPr>
        <p:spPr>
          <a:xfrm>
            <a:off x="565150" y="768351"/>
            <a:ext cx="5066001" cy="2334768"/>
          </a:xfrm>
        </p:spPr>
        <p:txBody>
          <a:bodyPr anchor="t"/>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E3B92A6-7558-3148-B855-5BC58B4159C5}"/>
              </a:ext>
            </a:extLst>
          </p:cNvPr>
          <p:cNvSpPr>
            <a:spLocks noGrp="1"/>
          </p:cNvSpPr>
          <p:nvPr>
            <p:ph type="body" idx="1"/>
          </p:nvPr>
        </p:nvSpPr>
        <p:spPr>
          <a:xfrm>
            <a:off x="565150" y="4255453"/>
            <a:ext cx="5066001" cy="1500187"/>
          </a:xfrm>
        </p:spPr>
        <p:txBody>
          <a:bodyPr anchor="b"/>
          <a:lstStyle>
            <a:lvl1pPr marL="0" indent="0">
              <a:buNone/>
              <a:defRPr sz="2400">
                <a:solidFill>
                  <a:schemeClr val="bg1">
                    <a:lumMod val="6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43A0B541-D211-974B-97FE-C1F9473ABE9D}"/>
              </a:ext>
            </a:extLst>
          </p:cNvPr>
          <p:cNvSpPr>
            <a:spLocks noGrp="1"/>
          </p:cNvSpPr>
          <p:nvPr>
            <p:ph type="dt" sz="half" idx="10"/>
          </p:nvPr>
        </p:nvSpPr>
        <p:spPr/>
        <p:txBody>
          <a:bodyPr/>
          <a:lstStyle/>
          <a:p>
            <a:fld id="{A5B0A250-5CC0-1746-B209-08E8B0DAE6AF}" type="datetimeFigureOut">
              <a:rPr lang="en-US" smtClean="0"/>
              <a:t>5/24/2025</a:t>
            </a:fld>
            <a:endParaRPr lang="en-US" dirty="0"/>
          </a:p>
        </p:txBody>
      </p:sp>
      <p:sp>
        <p:nvSpPr>
          <p:cNvPr id="5" name="Footer Placeholder 4">
            <a:extLst>
              <a:ext uri="{FF2B5EF4-FFF2-40B4-BE49-F238E27FC236}">
                <a16:creationId xmlns:a16="http://schemas.microsoft.com/office/drawing/2014/main" id="{A1727FB0-D95A-D543-8E29-6E5F22B491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89C4404-F49D-9F48-A10B-1F60870B4450}"/>
              </a:ext>
            </a:extLst>
          </p:cNvPr>
          <p:cNvSpPr>
            <a:spLocks noGrp="1"/>
          </p:cNvSpPr>
          <p:nvPr>
            <p:ph type="sldNum" sz="quarter" idx="12"/>
          </p:nvPr>
        </p:nvSpPr>
        <p:spPr>
          <a:xfrm>
            <a:off x="4817335" y="6141085"/>
            <a:ext cx="813816" cy="365125"/>
          </a:xfrm>
        </p:spPr>
        <p:txBody>
          <a:bodyPr/>
          <a:lstStyle/>
          <a:p>
            <a:fld id="{49ABCAEC-7D34-E549-A96E-FCEDAADBE4B0}" type="slidenum">
              <a:rPr lang="en-US" smtClean="0"/>
              <a:t>‹#›</a:t>
            </a:fld>
            <a:endParaRPr lang="en-US" dirty="0"/>
          </a:p>
        </p:txBody>
      </p:sp>
      <p:cxnSp>
        <p:nvCxnSpPr>
          <p:cNvPr id="7" name="Straight Connector 6">
            <a:extLst>
              <a:ext uri="{FF2B5EF4-FFF2-40B4-BE49-F238E27FC236}">
                <a16:creationId xmlns:a16="http://schemas.microsoft.com/office/drawing/2014/main" id="{2D6A1FD1-D82F-3141-8687-8D7C0631C215}"/>
              </a:ext>
            </a:extLst>
          </p:cNvPr>
          <p:cNvCxnSpPr>
            <a:cxnSpLocks/>
          </p:cNvCxnSpPr>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56391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442ECFEB-12CF-4C4F-BC8A-5816C27CA565}"/>
              </a:ext>
            </a:extLst>
          </p:cNvPr>
          <p:cNvGrpSpPr/>
          <p:nvPr/>
        </p:nvGrpSpPr>
        <p:grpSpPr>
          <a:xfrm>
            <a:off x="10290315" y="0"/>
            <a:ext cx="1901686" cy="6858000"/>
            <a:chOff x="10290315" y="0"/>
            <a:chExt cx="1901686" cy="6858000"/>
          </a:xfrm>
        </p:grpSpPr>
        <p:sp>
          <p:nvSpPr>
            <p:cNvPr id="18" name="Oval 17">
              <a:extLst>
                <a:ext uri="{FF2B5EF4-FFF2-40B4-BE49-F238E27FC236}">
                  <a16:creationId xmlns:a16="http://schemas.microsoft.com/office/drawing/2014/main" id="{626C9482-2804-144B-88B2-0AF191BD757D}"/>
                </a:ext>
              </a:extLst>
            </p:cNvPr>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18">
              <a:extLst>
                <a:ext uri="{FF2B5EF4-FFF2-40B4-BE49-F238E27FC236}">
                  <a16:creationId xmlns:a16="http://schemas.microsoft.com/office/drawing/2014/main" id="{71363F79-96BD-9240-86E2-DF26C9C2437D}"/>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153F0BF1-DA57-1D49-82F0-802F4D385A85}"/>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8CD42A1B-A03A-C946-8A2A-CE437EA433FD}"/>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5591FE00-3AAF-9B4B-8107-E94D50828227}"/>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a:extLst>
                <a:ext uri="{FF2B5EF4-FFF2-40B4-BE49-F238E27FC236}">
                  <a16:creationId xmlns:a16="http://schemas.microsoft.com/office/drawing/2014/main" id="{149E92E9-89A7-4842-B271-411C7DF75D2D}"/>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23">
              <a:extLst>
                <a:ext uri="{FF2B5EF4-FFF2-40B4-BE49-F238E27FC236}">
                  <a16:creationId xmlns:a16="http://schemas.microsoft.com/office/drawing/2014/main" id="{4DC29C99-0841-9F46-AB1A-E9751DFE4487}"/>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EE0AB684-BDA8-014B-8DCC-125F8B8DCEE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2540E05-0F5F-6243-AD57-66BFC33ADBAC}"/>
              </a:ext>
            </a:extLst>
          </p:cNvPr>
          <p:cNvSpPr>
            <a:spLocks noGrp="1"/>
          </p:cNvSpPr>
          <p:nvPr>
            <p:ph sz="half" idx="1"/>
          </p:nvPr>
        </p:nvSpPr>
        <p:spPr>
          <a:xfrm>
            <a:off x="562851" y="2365755"/>
            <a:ext cx="5239512" cy="33954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170B3A4-11FE-D94C-9B93-255E36231064}"/>
              </a:ext>
            </a:extLst>
          </p:cNvPr>
          <p:cNvSpPr>
            <a:spLocks noGrp="1"/>
          </p:cNvSpPr>
          <p:nvPr>
            <p:ph sz="half" idx="2"/>
          </p:nvPr>
        </p:nvSpPr>
        <p:spPr>
          <a:xfrm>
            <a:off x="6389638" y="2365755"/>
            <a:ext cx="5239512" cy="33954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D67BEEAF-F881-6E48-84AF-E5CEEF1C7167}"/>
              </a:ext>
            </a:extLst>
          </p:cNvPr>
          <p:cNvSpPr>
            <a:spLocks noGrp="1"/>
          </p:cNvSpPr>
          <p:nvPr>
            <p:ph type="dt" sz="half" idx="10"/>
          </p:nvPr>
        </p:nvSpPr>
        <p:spPr/>
        <p:txBody>
          <a:bodyPr/>
          <a:lstStyle/>
          <a:p>
            <a:fld id="{A5B0A250-5CC0-1746-B209-08E8B0DAE6AF}" type="datetimeFigureOut">
              <a:rPr lang="en-US" smtClean="0"/>
              <a:t>5/24/2025</a:t>
            </a:fld>
            <a:endParaRPr lang="en-US" dirty="0"/>
          </a:p>
        </p:txBody>
      </p:sp>
      <p:sp>
        <p:nvSpPr>
          <p:cNvPr id="6" name="Footer Placeholder 5">
            <a:extLst>
              <a:ext uri="{FF2B5EF4-FFF2-40B4-BE49-F238E27FC236}">
                <a16:creationId xmlns:a16="http://schemas.microsoft.com/office/drawing/2014/main" id="{9C472753-1CC3-9244-9AF0-6927018A64F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4DD55D0-FCC7-AC42-9810-9B49E3348958}"/>
              </a:ext>
            </a:extLst>
          </p:cNvPr>
          <p:cNvSpPr>
            <a:spLocks noGrp="1"/>
          </p:cNvSpPr>
          <p:nvPr>
            <p:ph type="sldNum" sz="quarter" idx="12"/>
          </p:nvPr>
        </p:nvSpPr>
        <p:spPr/>
        <p:txBody>
          <a:bodyPr/>
          <a:lstStyle/>
          <a:p>
            <a:fld id="{49ABCAEC-7D34-E549-A96E-FCEDAADBE4B0}" type="slidenum">
              <a:rPr lang="en-US" smtClean="0"/>
              <a:t>‹#›</a:t>
            </a:fld>
            <a:endParaRPr lang="en-US" dirty="0"/>
          </a:p>
        </p:txBody>
      </p:sp>
      <p:cxnSp>
        <p:nvCxnSpPr>
          <p:cNvPr id="8" name="Straight Connector 7">
            <a:extLst>
              <a:ext uri="{FF2B5EF4-FFF2-40B4-BE49-F238E27FC236}">
                <a16:creationId xmlns:a16="http://schemas.microsoft.com/office/drawing/2014/main" id="{5FC736C3-88FB-244C-83B8-B2856998D221}"/>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6634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B7D16A9C-7411-5242-A59C-816B8907E3BE}"/>
              </a:ext>
            </a:extLst>
          </p:cNvPr>
          <p:cNvGrpSpPr/>
          <p:nvPr/>
        </p:nvGrpSpPr>
        <p:grpSpPr>
          <a:xfrm>
            <a:off x="10290315" y="0"/>
            <a:ext cx="1901686" cy="6858000"/>
            <a:chOff x="10290315" y="0"/>
            <a:chExt cx="1901686" cy="6858000"/>
          </a:xfrm>
        </p:grpSpPr>
        <p:sp>
          <p:nvSpPr>
            <p:cNvPr id="20" name="Oval 19">
              <a:extLst>
                <a:ext uri="{FF2B5EF4-FFF2-40B4-BE49-F238E27FC236}">
                  <a16:creationId xmlns:a16="http://schemas.microsoft.com/office/drawing/2014/main" id="{A997260B-7D44-7049-B605-7FD6E6CE5612}"/>
                </a:ext>
              </a:extLst>
            </p:cNvPr>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0">
              <a:extLst>
                <a:ext uri="{FF2B5EF4-FFF2-40B4-BE49-F238E27FC236}">
                  <a16:creationId xmlns:a16="http://schemas.microsoft.com/office/drawing/2014/main" id="{5D6AF601-77C3-D74A-B1E5-7F33703A6927}"/>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4DFCA921-0F9E-2E41-A285-75409E25501A}"/>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a:extLst>
                <a:ext uri="{FF2B5EF4-FFF2-40B4-BE49-F238E27FC236}">
                  <a16:creationId xmlns:a16="http://schemas.microsoft.com/office/drawing/2014/main" id="{120B9E03-438B-FC42-9DA1-835D5BC3FE88}"/>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23">
              <a:extLst>
                <a:ext uri="{FF2B5EF4-FFF2-40B4-BE49-F238E27FC236}">
                  <a16:creationId xmlns:a16="http://schemas.microsoft.com/office/drawing/2014/main" id="{4D670E1F-61CD-8940-A898-6D5092A78BB9}"/>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a:extLst>
                <a:ext uri="{FF2B5EF4-FFF2-40B4-BE49-F238E27FC236}">
                  <a16:creationId xmlns:a16="http://schemas.microsoft.com/office/drawing/2014/main" id="{080C64CF-0C6A-3449-9709-AE038C4A7995}"/>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25">
              <a:extLst>
                <a:ext uri="{FF2B5EF4-FFF2-40B4-BE49-F238E27FC236}">
                  <a16:creationId xmlns:a16="http://schemas.microsoft.com/office/drawing/2014/main" id="{FEC46D5B-957F-A24C-8E36-CC71F660EC8B}"/>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9058182F-7B5E-FD42-AFC6-A3848D8332AC}"/>
              </a:ext>
            </a:extLst>
          </p:cNvPr>
          <p:cNvSpPr>
            <a:spLocks noGrp="1"/>
          </p:cNvSpPr>
          <p:nvPr>
            <p:ph type="title"/>
          </p:nvPr>
        </p:nvSpPr>
        <p:spPr>
          <a:xfrm>
            <a:off x="566928" y="768096"/>
            <a:ext cx="7333488" cy="1271016"/>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FD9E4DE-75C0-C841-A68D-9D7BBAD76C5E}"/>
              </a:ext>
            </a:extLst>
          </p:cNvPr>
          <p:cNvSpPr>
            <a:spLocks noGrp="1"/>
          </p:cNvSpPr>
          <p:nvPr>
            <p:ph type="body" idx="1"/>
          </p:nvPr>
        </p:nvSpPr>
        <p:spPr>
          <a:xfrm>
            <a:off x="562149" y="2365756"/>
            <a:ext cx="52395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CB5C87F7-356E-9E43-97A0-D972B22853DA}"/>
              </a:ext>
            </a:extLst>
          </p:cNvPr>
          <p:cNvSpPr>
            <a:spLocks noGrp="1"/>
          </p:cNvSpPr>
          <p:nvPr>
            <p:ph sz="half" idx="2"/>
          </p:nvPr>
        </p:nvSpPr>
        <p:spPr>
          <a:xfrm>
            <a:off x="562149" y="3189668"/>
            <a:ext cx="5239512" cy="2571557"/>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DAB4C28-30CB-CC4E-A25E-F4FEFA49BCA5}"/>
              </a:ext>
            </a:extLst>
          </p:cNvPr>
          <p:cNvSpPr>
            <a:spLocks noGrp="1"/>
          </p:cNvSpPr>
          <p:nvPr>
            <p:ph type="body" sz="quarter" idx="3"/>
          </p:nvPr>
        </p:nvSpPr>
        <p:spPr>
          <a:xfrm>
            <a:off x="6383066" y="2365756"/>
            <a:ext cx="52395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E9ED0191-963B-1E4C-BEC5-9B42E39514A3}"/>
              </a:ext>
            </a:extLst>
          </p:cNvPr>
          <p:cNvSpPr>
            <a:spLocks noGrp="1"/>
          </p:cNvSpPr>
          <p:nvPr>
            <p:ph sz="quarter" idx="4"/>
          </p:nvPr>
        </p:nvSpPr>
        <p:spPr>
          <a:xfrm>
            <a:off x="6383066" y="3189668"/>
            <a:ext cx="5239512" cy="2571557"/>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7F0E0BED-3EB7-BB4A-A556-FA967FB0115F}"/>
              </a:ext>
            </a:extLst>
          </p:cNvPr>
          <p:cNvSpPr>
            <a:spLocks noGrp="1"/>
          </p:cNvSpPr>
          <p:nvPr>
            <p:ph type="dt" sz="half" idx="10"/>
          </p:nvPr>
        </p:nvSpPr>
        <p:spPr/>
        <p:txBody>
          <a:bodyPr/>
          <a:lstStyle/>
          <a:p>
            <a:fld id="{A5B0A250-5CC0-1746-B209-08E8B0DAE6AF}" type="datetimeFigureOut">
              <a:rPr lang="en-US" smtClean="0"/>
              <a:t>5/24/2025</a:t>
            </a:fld>
            <a:endParaRPr lang="en-US" dirty="0"/>
          </a:p>
        </p:txBody>
      </p:sp>
      <p:sp>
        <p:nvSpPr>
          <p:cNvPr id="8" name="Footer Placeholder 7">
            <a:extLst>
              <a:ext uri="{FF2B5EF4-FFF2-40B4-BE49-F238E27FC236}">
                <a16:creationId xmlns:a16="http://schemas.microsoft.com/office/drawing/2014/main" id="{B6A2466A-4D90-174C-B382-AC4674D7215B}"/>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6EADE49-8082-214B-9742-5EE8DA2E9FFE}"/>
              </a:ext>
            </a:extLst>
          </p:cNvPr>
          <p:cNvSpPr>
            <a:spLocks noGrp="1"/>
          </p:cNvSpPr>
          <p:nvPr>
            <p:ph type="sldNum" sz="quarter" idx="12"/>
          </p:nvPr>
        </p:nvSpPr>
        <p:spPr/>
        <p:txBody>
          <a:bodyPr/>
          <a:lstStyle/>
          <a:p>
            <a:fld id="{49ABCAEC-7D34-E549-A96E-FCEDAADBE4B0}" type="slidenum">
              <a:rPr lang="en-US" smtClean="0"/>
              <a:t>‹#›</a:t>
            </a:fld>
            <a:endParaRPr lang="en-US"/>
          </a:p>
        </p:txBody>
      </p:sp>
      <p:cxnSp>
        <p:nvCxnSpPr>
          <p:cNvPr id="10" name="Straight Connector 9">
            <a:extLst>
              <a:ext uri="{FF2B5EF4-FFF2-40B4-BE49-F238E27FC236}">
                <a16:creationId xmlns:a16="http://schemas.microsoft.com/office/drawing/2014/main" id="{75E39200-18D5-014B-BAB8-FF5D0BA15E0C}"/>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31150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D7DF52F6-A06E-0343-95B8-DAAC38DB4B8C}"/>
              </a:ext>
            </a:extLst>
          </p:cNvPr>
          <p:cNvGrpSpPr/>
          <p:nvPr/>
        </p:nvGrpSpPr>
        <p:grpSpPr>
          <a:xfrm>
            <a:off x="10290315" y="0"/>
            <a:ext cx="1901686" cy="6858000"/>
            <a:chOff x="10290315" y="0"/>
            <a:chExt cx="1901686" cy="6858000"/>
          </a:xfrm>
        </p:grpSpPr>
        <p:sp>
          <p:nvSpPr>
            <p:cNvPr id="16" name="Oval 15">
              <a:extLst>
                <a:ext uri="{FF2B5EF4-FFF2-40B4-BE49-F238E27FC236}">
                  <a16:creationId xmlns:a16="http://schemas.microsoft.com/office/drawing/2014/main" id="{67092C52-7052-0749-9DA0-9374DBF495AE}"/>
                </a:ext>
              </a:extLst>
            </p:cNvPr>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16">
              <a:extLst>
                <a:ext uri="{FF2B5EF4-FFF2-40B4-BE49-F238E27FC236}">
                  <a16:creationId xmlns:a16="http://schemas.microsoft.com/office/drawing/2014/main" id="{C64E1C2F-81E1-C44D-859C-946596C950F2}"/>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a:extLst>
                <a:ext uri="{FF2B5EF4-FFF2-40B4-BE49-F238E27FC236}">
                  <a16:creationId xmlns:a16="http://schemas.microsoft.com/office/drawing/2014/main" id="{53626485-4263-0A44-9561-E278A7056C33}"/>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a:extLst>
                <a:ext uri="{FF2B5EF4-FFF2-40B4-BE49-F238E27FC236}">
                  <a16:creationId xmlns:a16="http://schemas.microsoft.com/office/drawing/2014/main" id="{7D45AAB5-3CCC-DE4A-A962-3702911B55CC}"/>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8CAFB16F-8EDE-D44F-A51E-34EDC41E7404}"/>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DCD51329-732C-BB4C-98E5-715BAF9F8853}"/>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192B5D44-BC55-AF4C-984D-C8231B22F80B}"/>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DFA1E9E2-564E-7049-A22F-BB5B876BABB5}"/>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B6359D05-C08D-7747-B2FC-3F62B3357315}"/>
              </a:ext>
            </a:extLst>
          </p:cNvPr>
          <p:cNvSpPr>
            <a:spLocks noGrp="1"/>
          </p:cNvSpPr>
          <p:nvPr>
            <p:ph type="dt" sz="half" idx="10"/>
          </p:nvPr>
        </p:nvSpPr>
        <p:spPr/>
        <p:txBody>
          <a:bodyPr/>
          <a:lstStyle/>
          <a:p>
            <a:fld id="{A5B0A250-5CC0-1746-B209-08E8B0DAE6AF}" type="datetimeFigureOut">
              <a:rPr lang="en-US" smtClean="0"/>
              <a:t>5/24/2025</a:t>
            </a:fld>
            <a:endParaRPr lang="en-US" dirty="0"/>
          </a:p>
        </p:txBody>
      </p:sp>
      <p:sp>
        <p:nvSpPr>
          <p:cNvPr id="4" name="Footer Placeholder 3">
            <a:extLst>
              <a:ext uri="{FF2B5EF4-FFF2-40B4-BE49-F238E27FC236}">
                <a16:creationId xmlns:a16="http://schemas.microsoft.com/office/drawing/2014/main" id="{8E2FF615-BB08-A844-B689-BAA7C504074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63A67D-F96F-4849-8C83-49CC3A6539BB}"/>
              </a:ext>
            </a:extLst>
          </p:cNvPr>
          <p:cNvSpPr>
            <a:spLocks noGrp="1"/>
          </p:cNvSpPr>
          <p:nvPr>
            <p:ph type="sldNum" sz="quarter" idx="12"/>
          </p:nvPr>
        </p:nvSpPr>
        <p:spPr/>
        <p:txBody>
          <a:bodyPr/>
          <a:lstStyle/>
          <a:p>
            <a:fld id="{49ABCAEC-7D34-E549-A96E-FCEDAADBE4B0}" type="slidenum">
              <a:rPr lang="en-US" smtClean="0"/>
              <a:t>‹#›</a:t>
            </a:fld>
            <a:endParaRPr lang="en-US"/>
          </a:p>
        </p:txBody>
      </p:sp>
      <p:cxnSp>
        <p:nvCxnSpPr>
          <p:cNvPr id="6" name="Straight Connector 5">
            <a:extLst>
              <a:ext uri="{FF2B5EF4-FFF2-40B4-BE49-F238E27FC236}">
                <a16:creationId xmlns:a16="http://schemas.microsoft.com/office/drawing/2014/main" id="{1DCFAAB9-2B6B-8D4C-A748-433E2C393EA6}"/>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60405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798BCA70-D63D-40F6-B9B3-4E49B96E27FB}"/>
              </a:ext>
            </a:extLst>
          </p:cNvPr>
          <p:cNvSpPr>
            <a:spLocks noGrp="1"/>
          </p:cNvSpPr>
          <p:nvPr>
            <p:ph type="dt" sz="half" idx="10"/>
          </p:nvPr>
        </p:nvSpPr>
        <p:spPr/>
        <p:txBody>
          <a:bodyPr/>
          <a:lstStyle/>
          <a:p>
            <a:fld id="{A5B0A250-5CC0-1746-B209-08E8B0DAE6AF}" type="datetimeFigureOut">
              <a:rPr lang="en-US" smtClean="0"/>
              <a:pPr/>
              <a:t>5/24/2025</a:t>
            </a:fld>
            <a:endParaRPr lang="en-US" dirty="0"/>
          </a:p>
        </p:txBody>
      </p:sp>
      <p:sp>
        <p:nvSpPr>
          <p:cNvPr id="6" name="Footer Placeholder 5">
            <a:extLst>
              <a:ext uri="{FF2B5EF4-FFF2-40B4-BE49-F238E27FC236}">
                <a16:creationId xmlns:a16="http://schemas.microsoft.com/office/drawing/2014/main" id="{72F12559-BD91-4904-A24A-0CF0A2324A0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B658BB7-74A5-4A6F-A0FF-021E68F02BFF}"/>
              </a:ext>
            </a:extLst>
          </p:cNvPr>
          <p:cNvSpPr>
            <a:spLocks noGrp="1"/>
          </p:cNvSpPr>
          <p:nvPr>
            <p:ph type="sldNum" sz="quarter" idx="12"/>
          </p:nvPr>
        </p:nvSpPr>
        <p:spPr/>
        <p:txBody>
          <a:bodyPr/>
          <a:lstStyle/>
          <a:p>
            <a:fld id="{49ABCAEC-7D34-E549-A96E-FCEDAADBE4B0}" type="slidenum">
              <a:rPr lang="en-US" smtClean="0"/>
              <a:pPr/>
              <a:t>‹#›</a:t>
            </a:fld>
            <a:endParaRPr lang="en-US" dirty="0"/>
          </a:p>
        </p:txBody>
      </p:sp>
    </p:spTree>
    <p:extLst>
      <p:ext uri="{BB962C8B-B14F-4D97-AF65-F5344CB8AC3E}">
        <p14:creationId xmlns:p14="http://schemas.microsoft.com/office/powerpoint/2010/main" val="17632864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D0914A35-7AAF-4B42-9C68-47A633EFD9D0}"/>
              </a:ext>
            </a:extLst>
          </p:cNvPr>
          <p:cNvGrpSpPr/>
          <p:nvPr/>
        </p:nvGrpSpPr>
        <p:grpSpPr>
          <a:xfrm>
            <a:off x="10290315" y="0"/>
            <a:ext cx="1901686" cy="6858000"/>
            <a:chOff x="10290315" y="0"/>
            <a:chExt cx="1901686" cy="6858000"/>
          </a:xfrm>
        </p:grpSpPr>
        <p:sp>
          <p:nvSpPr>
            <p:cNvPr id="18" name="Freeform 17">
              <a:extLst>
                <a:ext uri="{FF2B5EF4-FFF2-40B4-BE49-F238E27FC236}">
                  <a16:creationId xmlns:a16="http://schemas.microsoft.com/office/drawing/2014/main" id="{DABCED79-0E70-FB4D-ABF2-D859BF5556E4}"/>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a:extLst>
                <a:ext uri="{FF2B5EF4-FFF2-40B4-BE49-F238E27FC236}">
                  <a16:creationId xmlns:a16="http://schemas.microsoft.com/office/drawing/2014/main" id="{8364885D-A3A4-5144-AB4E-7624F27287E6}"/>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D22073D5-CC72-0549-BD26-F7AF9851BE45}"/>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1827A049-C9FD-554E-9B01-F151B0D9E86B}"/>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76832559-4D18-8744-AB91-9FCFAB732477}"/>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a:extLst>
                <a:ext uri="{FF2B5EF4-FFF2-40B4-BE49-F238E27FC236}">
                  <a16:creationId xmlns:a16="http://schemas.microsoft.com/office/drawing/2014/main" id="{BF97A623-E5DC-1B44-B687-8643B9F0D741}"/>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3637BBE1-2C82-4E45-B5C5-35E07B05EA4E}"/>
              </a:ext>
            </a:extLst>
          </p:cNvPr>
          <p:cNvSpPr>
            <a:spLocks noGrp="1"/>
          </p:cNvSpPr>
          <p:nvPr>
            <p:ph type="title"/>
          </p:nvPr>
        </p:nvSpPr>
        <p:spPr>
          <a:xfrm>
            <a:off x="565151" y="764973"/>
            <a:ext cx="3609982" cy="1395043"/>
          </a:xfrm>
        </p:spPr>
        <p:txBody>
          <a:bodyPr anchor="t"/>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54201F2E-A734-364B-8A7D-990D6B8893D0}"/>
              </a:ext>
            </a:extLst>
          </p:cNvPr>
          <p:cNvSpPr>
            <a:spLocks noGrp="1"/>
          </p:cNvSpPr>
          <p:nvPr>
            <p:ph idx="1"/>
          </p:nvPr>
        </p:nvSpPr>
        <p:spPr>
          <a:xfrm>
            <a:off x="5104832" y="770890"/>
            <a:ext cx="6112517" cy="4800570"/>
          </a:xfrm>
        </p:spPr>
        <p:txBody>
          <a:bodyPr/>
          <a:lstStyle>
            <a:lvl1pPr>
              <a:defRPr sz="2800"/>
            </a:lvl1pPr>
            <a:lvl2pPr>
              <a:defRPr sz="24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D57CBAD9-5515-1748-8E77-F48160F4ED1C}"/>
              </a:ext>
            </a:extLst>
          </p:cNvPr>
          <p:cNvSpPr>
            <a:spLocks noGrp="1"/>
          </p:cNvSpPr>
          <p:nvPr>
            <p:ph type="body" sz="half" idx="2"/>
          </p:nvPr>
        </p:nvSpPr>
        <p:spPr>
          <a:xfrm>
            <a:off x="565150" y="2160016"/>
            <a:ext cx="3609983" cy="37089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A6C22B-80D4-AA42-9999-401E37B469C0}"/>
              </a:ext>
            </a:extLst>
          </p:cNvPr>
          <p:cNvSpPr>
            <a:spLocks noGrp="1"/>
          </p:cNvSpPr>
          <p:nvPr>
            <p:ph type="dt" sz="half" idx="10"/>
          </p:nvPr>
        </p:nvSpPr>
        <p:spPr/>
        <p:txBody>
          <a:bodyPr/>
          <a:lstStyle/>
          <a:p>
            <a:fld id="{A5B0A250-5CC0-1746-B209-08E8B0DAE6AF}" type="datetimeFigureOut">
              <a:rPr lang="en-US" smtClean="0"/>
              <a:t>5/24/2025</a:t>
            </a:fld>
            <a:endParaRPr lang="en-US" dirty="0"/>
          </a:p>
        </p:txBody>
      </p:sp>
      <p:sp>
        <p:nvSpPr>
          <p:cNvPr id="6" name="Footer Placeholder 5">
            <a:extLst>
              <a:ext uri="{FF2B5EF4-FFF2-40B4-BE49-F238E27FC236}">
                <a16:creationId xmlns:a16="http://schemas.microsoft.com/office/drawing/2014/main" id="{03055DE4-33E8-7F4B-9334-95EA60845C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470FA5-21EE-D742-8F01-C1BAE0FDB064}"/>
              </a:ext>
            </a:extLst>
          </p:cNvPr>
          <p:cNvSpPr>
            <a:spLocks noGrp="1"/>
          </p:cNvSpPr>
          <p:nvPr>
            <p:ph type="sldNum" sz="quarter" idx="12"/>
          </p:nvPr>
        </p:nvSpPr>
        <p:spPr/>
        <p:txBody>
          <a:bodyPr/>
          <a:lstStyle/>
          <a:p>
            <a:fld id="{49ABCAEC-7D34-E549-A96E-FCEDAADBE4B0}" type="slidenum">
              <a:rPr lang="en-US" smtClean="0"/>
              <a:t>‹#›</a:t>
            </a:fld>
            <a:endParaRPr lang="en-US"/>
          </a:p>
        </p:txBody>
      </p:sp>
      <p:cxnSp>
        <p:nvCxnSpPr>
          <p:cNvPr id="8" name="Straight Connector 7">
            <a:extLst>
              <a:ext uri="{FF2B5EF4-FFF2-40B4-BE49-F238E27FC236}">
                <a16:creationId xmlns:a16="http://schemas.microsoft.com/office/drawing/2014/main" id="{BEF966AA-D7DF-F84D-80D4-E216A641B005}"/>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7342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210D391A-F01E-4947-8A01-95438AA0B323}"/>
              </a:ext>
            </a:extLst>
          </p:cNvPr>
          <p:cNvGrpSpPr/>
          <p:nvPr/>
        </p:nvGrpSpPr>
        <p:grpSpPr>
          <a:xfrm>
            <a:off x="10290315" y="0"/>
            <a:ext cx="1901686" cy="6858000"/>
            <a:chOff x="10290315" y="0"/>
            <a:chExt cx="1901686" cy="6858000"/>
          </a:xfrm>
        </p:grpSpPr>
        <p:sp>
          <p:nvSpPr>
            <p:cNvPr id="17" name="Oval 16">
              <a:extLst>
                <a:ext uri="{FF2B5EF4-FFF2-40B4-BE49-F238E27FC236}">
                  <a16:creationId xmlns:a16="http://schemas.microsoft.com/office/drawing/2014/main" id="{7D499306-B4E0-064D-8F6C-96E9C4BD04DA}"/>
                </a:ext>
              </a:extLst>
            </p:cNvPr>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7">
              <a:extLst>
                <a:ext uri="{FF2B5EF4-FFF2-40B4-BE49-F238E27FC236}">
                  <a16:creationId xmlns:a16="http://schemas.microsoft.com/office/drawing/2014/main" id="{AF3D0241-0A21-8047-8CE3-B3FDD5FDF719}"/>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a:extLst>
                <a:ext uri="{FF2B5EF4-FFF2-40B4-BE49-F238E27FC236}">
                  <a16:creationId xmlns:a16="http://schemas.microsoft.com/office/drawing/2014/main" id="{13083F97-6891-0447-957C-AB0834B826D2}"/>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B2EF7D75-E7C1-5147-A03B-3EC641CF3B08}"/>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A6D7CA94-94B4-C140-8C68-01C0ADFA1C71}"/>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211CD629-C318-A848-BDDE-BBA9465EBF9D}"/>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a:extLst>
                <a:ext uri="{FF2B5EF4-FFF2-40B4-BE49-F238E27FC236}">
                  <a16:creationId xmlns:a16="http://schemas.microsoft.com/office/drawing/2014/main" id="{2A5AC1F8-1370-E946-977E-E4CFC6947BAB}"/>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64CEE63B-B967-0A48-9623-2203767609F4}"/>
              </a:ext>
            </a:extLst>
          </p:cNvPr>
          <p:cNvSpPr>
            <a:spLocks noGrp="1"/>
          </p:cNvSpPr>
          <p:nvPr>
            <p:ph type="title"/>
          </p:nvPr>
        </p:nvSpPr>
        <p:spPr>
          <a:xfrm>
            <a:off x="565150" y="770889"/>
            <a:ext cx="3609983" cy="1389127"/>
          </a:xfrm>
        </p:spPr>
        <p:txBody>
          <a:bodyPr anchor="t"/>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9211F680-28C8-FA44-9CD5-20709DA02EA0}"/>
              </a:ext>
            </a:extLst>
          </p:cNvPr>
          <p:cNvSpPr>
            <a:spLocks noGrp="1"/>
          </p:cNvSpPr>
          <p:nvPr>
            <p:ph type="pic" idx="1"/>
          </p:nvPr>
        </p:nvSpPr>
        <p:spPr>
          <a:xfrm>
            <a:off x="5223838" y="890816"/>
            <a:ext cx="6060136" cy="4870411"/>
          </a:xfrm>
          <a:solidFill>
            <a:schemeClr val="bg2"/>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BD507CD-197E-BB4C-83A6-DA3FC97A22C2}"/>
              </a:ext>
            </a:extLst>
          </p:cNvPr>
          <p:cNvSpPr>
            <a:spLocks noGrp="1"/>
          </p:cNvSpPr>
          <p:nvPr>
            <p:ph type="body" sz="half" idx="2"/>
          </p:nvPr>
        </p:nvSpPr>
        <p:spPr>
          <a:xfrm>
            <a:off x="565150" y="2160016"/>
            <a:ext cx="3609983" cy="360121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59E00AC-DF6C-D548-8A06-D6269BDB0A41}"/>
              </a:ext>
            </a:extLst>
          </p:cNvPr>
          <p:cNvSpPr>
            <a:spLocks noGrp="1"/>
          </p:cNvSpPr>
          <p:nvPr>
            <p:ph type="dt" sz="half" idx="10"/>
          </p:nvPr>
        </p:nvSpPr>
        <p:spPr/>
        <p:txBody>
          <a:bodyPr/>
          <a:lstStyle/>
          <a:p>
            <a:fld id="{A5B0A250-5CC0-1746-B209-08E8B0DAE6AF}" type="datetimeFigureOut">
              <a:rPr lang="en-US" smtClean="0"/>
              <a:t>5/24/2025</a:t>
            </a:fld>
            <a:endParaRPr lang="en-US" dirty="0"/>
          </a:p>
        </p:txBody>
      </p:sp>
      <p:sp>
        <p:nvSpPr>
          <p:cNvPr id="6" name="Footer Placeholder 5">
            <a:extLst>
              <a:ext uri="{FF2B5EF4-FFF2-40B4-BE49-F238E27FC236}">
                <a16:creationId xmlns:a16="http://schemas.microsoft.com/office/drawing/2014/main" id="{F8ED113B-57D4-9A4F-BFE0-2A3963B425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0D9954-FA18-8948-AA52-21CED059476D}"/>
              </a:ext>
            </a:extLst>
          </p:cNvPr>
          <p:cNvSpPr>
            <a:spLocks noGrp="1"/>
          </p:cNvSpPr>
          <p:nvPr>
            <p:ph type="sldNum" sz="quarter" idx="12"/>
          </p:nvPr>
        </p:nvSpPr>
        <p:spPr/>
        <p:txBody>
          <a:bodyPr/>
          <a:lstStyle/>
          <a:p>
            <a:fld id="{49ABCAEC-7D34-E549-A96E-FCEDAADBE4B0}" type="slidenum">
              <a:rPr lang="en-US" smtClean="0"/>
              <a:t>‹#›</a:t>
            </a:fld>
            <a:endParaRPr lang="en-US"/>
          </a:p>
        </p:txBody>
      </p:sp>
      <p:cxnSp>
        <p:nvCxnSpPr>
          <p:cNvPr id="8" name="Straight Connector 7">
            <a:extLst>
              <a:ext uri="{FF2B5EF4-FFF2-40B4-BE49-F238E27FC236}">
                <a16:creationId xmlns:a16="http://schemas.microsoft.com/office/drawing/2014/main" id="{5E3EB25D-2379-5040-B990-1C99B0B7D931}"/>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92720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7ED46EE4-CE67-DD46-A751-9FEA049A22B8}"/>
              </a:ext>
            </a:extLst>
          </p:cNvPr>
          <p:cNvGrpSpPr/>
          <p:nvPr/>
        </p:nvGrpSpPr>
        <p:grpSpPr>
          <a:xfrm>
            <a:off x="8928528" y="0"/>
            <a:ext cx="3263472" cy="6858000"/>
            <a:chOff x="8928528" y="0"/>
            <a:chExt cx="3263472" cy="6858000"/>
          </a:xfrm>
        </p:grpSpPr>
        <p:sp>
          <p:nvSpPr>
            <p:cNvPr id="23" name="Oval 22">
              <a:extLst>
                <a:ext uri="{FF2B5EF4-FFF2-40B4-BE49-F238E27FC236}">
                  <a16:creationId xmlns:a16="http://schemas.microsoft.com/office/drawing/2014/main" id="{955C5B70-D34F-8A49-B220-808CE2BBB7F3}"/>
                </a:ext>
              </a:extLst>
            </p:cNvPr>
            <p:cNvSpPr/>
            <p:nvPr/>
          </p:nvSpPr>
          <p:spPr>
            <a:xfrm>
              <a:off x="8928528" y="491812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a:extLst>
                <a:ext uri="{FF2B5EF4-FFF2-40B4-BE49-F238E27FC236}">
                  <a16:creationId xmlns:a16="http://schemas.microsoft.com/office/drawing/2014/main" id="{4BBFE624-6DBD-8541-B43B-180C0AFA21F0}"/>
                </a:ext>
              </a:extLst>
            </p:cNvPr>
            <p:cNvSpPr/>
            <p:nvPr/>
          </p:nvSpPr>
          <p:spPr>
            <a:xfrm>
              <a:off x="8928528" y="0"/>
              <a:ext cx="1130724" cy="565573"/>
            </a:xfrm>
            <a:custGeom>
              <a:avLst/>
              <a:gdLst>
                <a:gd name="connsiteX0" fmla="*/ 22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2"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a:extLst>
                <a:ext uri="{FF2B5EF4-FFF2-40B4-BE49-F238E27FC236}">
                  <a16:creationId xmlns:a16="http://schemas.microsoft.com/office/drawing/2014/main" id="{6E01AC23-2120-A542-B140-5A29AA27A2C8}"/>
                </a:ext>
              </a:extLst>
            </p:cNvPr>
            <p:cNvSpPr/>
            <p:nvPr/>
          </p:nvSpPr>
          <p:spPr>
            <a:xfrm>
              <a:off x="10291391" y="6292417"/>
              <a:ext cx="1130724" cy="565583"/>
            </a:xfrm>
            <a:custGeom>
              <a:avLst/>
              <a:gdLst>
                <a:gd name="connsiteX0" fmla="*/ 565362 w 1130724"/>
                <a:gd name="connsiteY0" fmla="*/ 0 h 565583"/>
                <a:gd name="connsiteX1" fmla="*/ 1130724 w 1130724"/>
                <a:gd name="connsiteY1" fmla="*/ 565362 h 565583"/>
                <a:gd name="connsiteX2" fmla="*/ 1130702 w 1130724"/>
                <a:gd name="connsiteY2" fmla="*/ 565583 h 565583"/>
                <a:gd name="connsiteX3" fmla="*/ 22 w 1130724"/>
                <a:gd name="connsiteY3" fmla="*/ 565583 h 565583"/>
                <a:gd name="connsiteX4" fmla="*/ 0 w 1130724"/>
                <a:gd name="connsiteY4" fmla="*/ 565362 h 565583"/>
                <a:gd name="connsiteX5" fmla="*/ 565362 w 1130724"/>
                <a:gd name="connsiteY5" fmla="*/ 0 h 565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83">
                  <a:moveTo>
                    <a:pt x="565362" y="0"/>
                  </a:moveTo>
                  <a:cubicBezTo>
                    <a:pt x="877603" y="0"/>
                    <a:pt x="1130724" y="253121"/>
                    <a:pt x="1130724" y="565362"/>
                  </a:cubicBezTo>
                  <a:lnTo>
                    <a:pt x="1130702" y="565583"/>
                  </a:lnTo>
                  <a:lnTo>
                    <a:pt x="22" y="565583"/>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Oval 25">
              <a:extLst>
                <a:ext uri="{FF2B5EF4-FFF2-40B4-BE49-F238E27FC236}">
                  <a16:creationId xmlns:a16="http://schemas.microsoft.com/office/drawing/2014/main" id="{154689C0-9C35-9B4D-906B-DA287DA55A38}"/>
                </a:ext>
              </a:extLst>
            </p:cNvPr>
            <p:cNvSpPr/>
            <p:nvPr/>
          </p:nvSpPr>
          <p:spPr>
            <a:xfrm>
              <a:off x="10291392" y="354939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696570F0-11E0-6147-9053-E3A4B5DBA0E4}"/>
                </a:ext>
              </a:extLst>
            </p:cNvPr>
            <p:cNvSpPr/>
            <p:nvPr/>
          </p:nvSpPr>
          <p:spPr>
            <a:xfrm>
              <a:off x="10291392" y="2177876"/>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9BDD97F6-A366-B54A-B889-42E97AFEDE37}"/>
                </a:ext>
              </a:extLst>
            </p:cNvPr>
            <p:cNvSpPr/>
            <p:nvPr/>
          </p:nvSpPr>
          <p:spPr>
            <a:xfrm>
              <a:off x="10291392" y="806363"/>
              <a:ext cx="1130724" cy="11307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28">
              <a:extLst>
                <a:ext uri="{FF2B5EF4-FFF2-40B4-BE49-F238E27FC236}">
                  <a16:creationId xmlns:a16="http://schemas.microsoft.com/office/drawing/2014/main" id="{58E853BC-EE80-374B-B823-8D51A948C4CF}"/>
                </a:ext>
              </a:extLst>
            </p:cNvPr>
            <p:cNvSpPr/>
            <p:nvPr/>
          </p:nvSpPr>
          <p:spPr>
            <a:xfrm>
              <a:off x="10291392"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29">
              <a:extLst>
                <a:ext uri="{FF2B5EF4-FFF2-40B4-BE49-F238E27FC236}">
                  <a16:creationId xmlns:a16="http://schemas.microsoft.com/office/drawing/2014/main" id="{4B5B70B1-649D-9848-B5D4-6DE04D55F5F0}"/>
                </a:ext>
              </a:extLst>
            </p:cNvPr>
            <p:cNvSpPr/>
            <p:nvPr/>
          </p:nvSpPr>
          <p:spPr>
            <a:xfrm>
              <a:off x="11654256" y="6295201"/>
              <a:ext cx="537744" cy="562799"/>
            </a:xfrm>
            <a:custGeom>
              <a:avLst/>
              <a:gdLst>
                <a:gd name="connsiteX0" fmla="*/ 537744 w 537744"/>
                <a:gd name="connsiteY0" fmla="*/ 0 h 562799"/>
                <a:gd name="connsiteX1" fmla="*/ 537744 w 537744"/>
                <a:gd name="connsiteY1" fmla="*/ 562799 h 562799"/>
                <a:gd name="connsiteX2" fmla="*/ 22 w 537744"/>
                <a:gd name="connsiteY2" fmla="*/ 562799 h 562799"/>
                <a:gd name="connsiteX3" fmla="*/ 0 w 537744"/>
                <a:gd name="connsiteY3" fmla="*/ 562578 h 562799"/>
                <a:gd name="connsiteX4" fmla="*/ 451422 w 537744"/>
                <a:gd name="connsiteY4" fmla="*/ 8702 h 562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99">
                  <a:moveTo>
                    <a:pt x="537744" y="0"/>
                  </a:moveTo>
                  <a:lnTo>
                    <a:pt x="537744" y="562799"/>
                  </a:lnTo>
                  <a:lnTo>
                    <a:pt x="22" y="562799"/>
                  </a:lnTo>
                  <a:lnTo>
                    <a:pt x="0" y="562578"/>
                  </a:ln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30">
              <a:extLst>
                <a:ext uri="{FF2B5EF4-FFF2-40B4-BE49-F238E27FC236}">
                  <a16:creationId xmlns:a16="http://schemas.microsoft.com/office/drawing/2014/main" id="{46A2092A-2157-0A49-937F-BBAE14687DE7}"/>
                </a:ext>
              </a:extLst>
            </p:cNvPr>
            <p:cNvSpPr/>
            <p:nvPr/>
          </p:nvSpPr>
          <p:spPr>
            <a:xfrm>
              <a:off x="11654256" y="4923687"/>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31">
              <a:extLst>
                <a:ext uri="{FF2B5EF4-FFF2-40B4-BE49-F238E27FC236}">
                  <a16:creationId xmlns:a16="http://schemas.microsoft.com/office/drawing/2014/main" id="{F092371E-D526-AF43-816F-F7AEBA9FF166}"/>
                </a:ext>
              </a:extLst>
            </p:cNvPr>
            <p:cNvSpPr/>
            <p:nvPr/>
          </p:nvSpPr>
          <p:spPr>
            <a:xfrm>
              <a:off x="11654256" y="3552173"/>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32">
              <a:extLst>
                <a:ext uri="{FF2B5EF4-FFF2-40B4-BE49-F238E27FC236}">
                  <a16:creationId xmlns:a16="http://schemas.microsoft.com/office/drawing/2014/main" id="{06995714-B51E-E84A-9FD5-3AD33004E517}"/>
                </a:ext>
              </a:extLst>
            </p:cNvPr>
            <p:cNvSpPr/>
            <p:nvPr/>
          </p:nvSpPr>
          <p:spPr>
            <a:xfrm>
              <a:off x="11654256" y="2180659"/>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33">
              <a:extLst>
                <a:ext uri="{FF2B5EF4-FFF2-40B4-BE49-F238E27FC236}">
                  <a16:creationId xmlns:a16="http://schemas.microsoft.com/office/drawing/2014/main" id="{0FDB0CC5-76AA-6E44-8376-4EE649C1DE42}"/>
                </a:ext>
              </a:extLst>
            </p:cNvPr>
            <p:cNvSpPr/>
            <p:nvPr/>
          </p:nvSpPr>
          <p:spPr>
            <a:xfrm>
              <a:off x="11654256" y="809146"/>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34">
              <a:extLst>
                <a:ext uri="{FF2B5EF4-FFF2-40B4-BE49-F238E27FC236}">
                  <a16:creationId xmlns:a16="http://schemas.microsoft.com/office/drawing/2014/main" id="{3D981F0B-8982-1C45-8D7C-30E744003823}"/>
                </a:ext>
              </a:extLst>
            </p:cNvPr>
            <p:cNvSpPr/>
            <p:nvPr/>
          </p:nvSpPr>
          <p:spPr>
            <a:xfrm>
              <a:off x="11654256" y="0"/>
              <a:ext cx="537744" cy="562788"/>
            </a:xfrm>
            <a:custGeom>
              <a:avLst/>
              <a:gdLst>
                <a:gd name="connsiteX0" fmla="*/ 21 w 537744"/>
                <a:gd name="connsiteY0" fmla="*/ 0 h 562788"/>
                <a:gd name="connsiteX1" fmla="*/ 537744 w 537744"/>
                <a:gd name="connsiteY1" fmla="*/ 0 h 562788"/>
                <a:gd name="connsiteX2" fmla="*/ 537744 w 537744"/>
                <a:gd name="connsiteY2" fmla="*/ 562788 h 562788"/>
                <a:gd name="connsiteX3" fmla="*/ 451422 w 537744"/>
                <a:gd name="connsiteY3" fmla="*/ 554086 h 562788"/>
                <a:gd name="connsiteX4" fmla="*/ 0 w 537744"/>
                <a:gd name="connsiteY4" fmla="*/ 211 h 562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88">
                  <a:moveTo>
                    <a:pt x="21" y="0"/>
                  </a:moveTo>
                  <a:lnTo>
                    <a:pt x="537744" y="0"/>
                  </a:lnTo>
                  <a:lnTo>
                    <a:pt x="537744" y="562788"/>
                  </a:lnTo>
                  <a:lnTo>
                    <a:pt x="451422" y="554086"/>
                  </a:lnTo>
                  <a:cubicBezTo>
                    <a:pt x="193796" y="501368"/>
                    <a:pt x="0" y="273421"/>
                    <a:pt x="0" y="21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DF76EEB7-1E87-0447-8CD6-DD220CF4EE59}"/>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BA8AE526-3A03-9B41-8C9F-27156E701C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D08D72-182D-C947-B3F7-B74948D0849B}"/>
              </a:ext>
            </a:extLst>
          </p:cNvPr>
          <p:cNvSpPr>
            <a:spLocks noGrp="1"/>
          </p:cNvSpPr>
          <p:nvPr>
            <p:ph type="dt" sz="half" idx="10"/>
          </p:nvPr>
        </p:nvSpPr>
        <p:spPr/>
        <p:txBody>
          <a:bodyPr/>
          <a:lstStyle/>
          <a:p>
            <a:fld id="{A5B0A250-5CC0-1746-B209-08E8B0DAE6AF}" type="datetimeFigureOut">
              <a:rPr lang="en-US" smtClean="0"/>
              <a:t>5/24/2025</a:t>
            </a:fld>
            <a:endParaRPr lang="en-US" dirty="0"/>
          </a:p>
        </p:txBody>
      </p:sp>
      <p:sp>
        <p:nvSpPr>
          <p:cNvPr id="5" name="Footer Placeholder 4">
            <a:extLst>
              <a:ext uri="{FF2B5EF4-FFF2-40B4-BE49-F238E27FC236}">
                <a16:creationId xmlns:a16="http://schemas.microsoft.com/office/drawing/2014/main" id="{B076E396-D059-AF4D-A1D9-C1347978AAD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F8845B6-87C0-2F4A-8146-00E911CDF70D}"/>
              </a:ext>
            </a:extLst>
          </p:cNvPr>
          <p:cNvSpPr>
            <a:spLocks noGrp="1"/>
          </p:cNvSpPr>
          <p:nvPr>
            <p:ph type="sldNum" sz="quarter" idx="12"/>
          </p:nvPr>
        </p:nvSpPr>
        <p:spPr>
          <a:xfrm>
            <a:off x="7086480" y="6141085"/>
            <a:ext cx="813816" cy="365125"/>
          </a:xfrm>
        </p:spPr>
        <p:txBody>
          <a:bodyPr/>
          <a:lstStyle/>
          <a:p>
            <a:fld id="{49ABCAEC-7D34-E549-A96E-FCEDAADBE4B0}" type="slidenum">
              <a:rPr lang="en-US" smtClean="0"/>
              <a:t>‹#›</a:t>
            </a:fld>
            <a:endParaRPr lang="en-US"/>
          </a:p>
        </p:txBody>
      </p:sp>
      <p:cxnSp>
        <p:nvCxnSpPr>
          <p:cNvPr id="7" name="Straight Connector 6">
            <a:extLst>
              <a:ext uri="{FF2B5EF4-FFF2-40B4-BE49-F238E27FC236}">
                <a16:creationId xmlns:a16="http://schemas.microsoft.com/office/drawing/2014/main" id="{A78A912D-4325-C449-BF2E-F331A221C695}"/>
              </a:ext>
            </a:extLst>
          </p:cNvPr>
          <p:cNvCxnSpPr>
            <a:cxnSpLocks/>
          </p:cNvCxnSpPr>
          <p:nvPr/>
        </p:nvCxnSpPr>
        <p:spPr>
          <a:xfrm>
            <a:off x="565150" y="6087110"/>
            <a:ext cx="733514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3919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C3803ECC-8207-244B-8051-94AA5304EDD9}"/>
              </a:ext>
            </a:extLst>
          </p:cNvPr>
          <p:cNvGrpSpPr/>
          <p:nvPr/>
        </p:nvGrpSpPr>
        <p:grpSpPr>
          <a:xfrm>
            <a:off x="10290315" y="0"/>
            <a:ext cx="1901686" cy="6858000"/>
            <a:chOff x="10290315" y="0"/>
            <a:chExt cx="1901686" cy="6858000"/>
          </a:xfrm>
        </p:grpSpPr>
        <p:sp>
          <p:nvSpPr>
            <p:cNvPr id="17" name="Freeform 16">
              <a:extLst>
                <a:ext uri="{FF2B5EF4-FFF2-40B4-BE49-F238E27FC236}">
                  <a16:creationId xmlns:a16="http://schemas.microsoft.com/office/drawing/2014/main" id="{CF2E8536-821C-3846-A152-2001B7BA4BC9}"/>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a:extLst>
                <a:ext uri="{FF2B5EF4-FFF2-40B4-BE49-F238E27FC236}">
                  <a16:creationId xmlns:a16="http://schemas.microsoft.com/office/drawing/2014/main" id="{57A02781-FFB4-C04E-97FB-78D26A9E8F1C}"/>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a:extLst>
                <a:ext uri="{FF2B5EF4-FFF2-40B4-BE49-F238E27FC236}">
                  <a16:creationId xmlns:a16="http://schemas.microsoft.com/office/drawing/2014/main" id="{14C29607-37D2-7A4B-98E2-2C851CD6776C}"/>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D12FC7BA-80CC-1C4E-B268-B3EEA08137F1}"/>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BEBC8FB1-96B9-D84A-BD2A-BC8410EBE012}"/>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5A8455B4-A778-B44D-A7E8-C45A4846D9F7}"/>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Vertical Title 1">
            <a:extLst>
              <a:ext uri="{FF2B5EF4-FFF2-40B4-BE49-F238E27FC236}">
                <a16:creationId xmlns:a16="http://schemas.microsoft.com/office/drawing/2014/main" id="{B0407CCA-80EF-2B45-8F8C-7D5796A61BC0}"/>
              </a:ext>
            </a:extLst>
          </p:cNvPr>
          <p:cNvSpPr>
            <a:spLocks noGrp="1"/>
          </p:cNvSpPr>
          <p:nvPr>
            <p:ph type="title" orient="vert"/>
          </p:nvPr>
        </p:nvSpPr>
        <p:spPr>
          <a:xfrm>
            <a:off x="8950095" y="976630"/>
            <a:ext cx="2268507" cy="478459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BAA221C3-F2D3-FC4F-938B-4C4CAC7370B1}"/>
              </a:ext>
            </a:extLst>
          </p:cNvPr>
          <p:cNvSpPr>
            <a:spLocks noGrp="1"/>
          </p:cNvSpPr>
          <p:nvPr>
            <p:ph type="body" orient="vert" idx="1"/>
          </p:nvPr>
        </p:nvSpPr>
        <p:spPr>
          <a:xfrm>
            <a:off x="565150" y="976630"/>
            <a:ext cx="8264057" cy="478459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B061B46-3E9A-AC48-8C84-5B46EA1EC583}"/>
              </a:ext>
            </a:extLst>
          </p:cNvPr>
          <p:cNvSpPr>
            <a:spLocks noGrp="1"/>
          </p:cNvSpPr>
          <p:nvPr>
            <p:ph type="dt" sz="half" idx="10"/>
          </p:nvPr>
        </p:nvSpPr>
        <p:spPr/>
        <p:txBody>
          <a:bodyPr/>
          <a:lstStyle/>
          <a:p>
            <a:fld id="{A5B0A250-5CC0-1746-B209-08E8B0DAE6AF}" type="datetimeFigureOut">
              <a:rPr lang="en-US" smtClean="0"/>
              <a:t>5/24/2025</a:t>
            </a:fld>
            <a:endParaRPr lang="en-US"/>
          </a:p>
        </p:txBody>
      </p:sp>
      <p:sp>
        <p:nvSpPr>
          <p:cNvPr id="5" name="Footer Placeholder 4">
            <a:extLst>
              <a:ext uri="{FF2B5EF4-FFF2-40B4-BE49-F238E27FC236}">
                <a16:creationId xmlns:a16="http://schemas.microsoft.com/office/drawing/2014/main" id="{369F8F49-5859-714C-8EE1-61A74F324E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B6F69-3FFA-D94F-BA99-873D36F7F69D}"/>
              </a:ext>
            </a:extLst>
          </p:cNvPr>
          <p:cNvSpPr>
            <a:spLocks noGrp="1"/>
          </p:cNvSpPr>
          <p:nvPr>
            <p:ph type="sldNum" sz="quarter" idx="12"/>
          </p:nvPr>
        </p:nvSpPr>
        <p:spPr/>
        <p:txBody>
          <a:bodyPr/>
          <a:lstStyle/>
          <a:p>
            <a:fld id="{49ABCAEC-7D34-E549-A96E-FCEDAADBE4B0}" type="slidenum">
              <a:rPr lang="en-US" smtClean="0"/>
              <a:t>‹#›</a:t>
            </a:fld>
            <a:endParaRPr lang="en-US"/>
          </a:p>
        </p:txBody>
      </p:sp>
      <p:cxnSp>
        <p:nvCxnSpPr>
          <p:cNvPr id="7" name="Straight Connector 6">
            <a:extLst>
              <a:ext uri="{FF2B5EF4-FFF2-40B4-BE49-F238E27FC236}">
                <a16:creationId xmlns:a16="http://schemas.microsoft.com/office/drawing/2014/main" id="{C31B40EC-87DB-A64F-9D4B-98A86F7CEFFF}"/>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21816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70D98E2-86CE-4D4F-9F8F-17C83D19A271}"/>
              </a:ext>
            </a:extLst>
          </p:cNvPr>
          <p:cNvSpPr>
            <a:spLocks noGrp="1"/>
          </p:cNvSpPr>
          <p:nvPr>
            <p:ph type="title"/>
          </p:nvPr>
        </p:nvSpPr>
        <p:spPr>
          <a:xfrm>
            <a:off x="565150" y="770890"/>
            <a:ext cx="7335835" cy="1268984"/>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8804B4F2-48A4-A140-B59B-7A2ED9FD4653}"/>
              </a:ext>
            </a:extLst>
          </p:cNvPr>
          <p:cNvSpPr>
            <a:spLocks noGrp="1"/>
          </p:cNvSpPr>
          <p:nvPr>
            <p:ph type="body" idx="1"/>
          </p:nvPr>
        </p:nvSpPr>
        <p:spPr>
          <a:xfrm>
            <a:off x="565150" y="2160016"/>
            <a:ext cx="7335835" cy="360121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FCF4A7E-D5FF-BF48-8E01-8F46150ABFD5}"/>
              </a:ext>
            </a:extLst>
          </p:cNvPr>
          <p:cNvSpPr>
            <a:spLocks noGrp="1"/>
          </p:cNvSpPr>
          <p:nvPr>
            <p:ph type="dt" sz="half" idx="2"/>
          </p:nvPr>
        </p:nvSpPr>
        <p:spPr>
          <a:xfrm>
            <a:off x="566928" y="457200"/>
            <a:ext cx="3608205" cy="365125"/>
          </a:xfrm>
          <a:prstGeom prst="rect">
            <a:avLst/>
          </a:prstGeom>
        </p:spPr>
        <p:txBody>
          <a:bodyPr vert="horz" lIns="91440" tIns="45720" rIns="91440" bIns="45720" rtlCol="0" anchor="ctr"/>
          <a:lstStyle>
            <a:lvl1pPr algn="l">
              <a:defRPr sz="1050" b="0" i="0">
                <a:solidFill>
                  <a:schemeClr val="tx1">
                    <a:tint val="75000"/>
                  </a:schemeClr>
                </a:solidFill>
                <a:latin typeface="+mn-lt"/>
              </a:defRPr>
            </a:lvl1pPr>
          </a:lstStyle>
          <a:p>
            <a:fld id="{A5B0A250-5CC0-1746-B209-08E8B0DAE6AF}" type="datetimeFigureOut">
              <a:rPr lang="en-US" smtClean="0"/>
              <a:pPr/>
              <a:t>5/24/2025</a:t>
            </a:fld>
            <a:endParaRPr lang="en-US" dirty="0"/>
          </a:p>
        </p:txBody>
      </p:sp>
      <p:sp>
        <p:nvSpPr>
          <p:cNvPr id="5" name="Footer Placeholder 4">
            <a:extLst>
              <a:ext uri="{FF2B5EF4-FFF2-40B4-BE49-F238E27FC236}">
                <a16:creationId xmlns:a16="http://schemas.microsoft.com/office/drawing/2014/main" id="{CA131757-5039-BF46-B47A-50DA8FFBC078}"/>
              </a:ext>
            </a:extLst>
          </p:cNvPr>
          <p:cNvSpPr>
            <a:spLocks noGrp="1"/>
          </p:cNvSpPr>
          <p:nvPr>
            <p:ph type="ftr" sz="quarter" idx="3"/>
          </p:nvPr>
        </p:nvSpPr>
        <p:spPr>
          <a:xfrm>
            <a:off x="565150" y="6141085"/>
            <a:ext cx="3608205" cy="365125"/>
          </a:xfrm>
          <a:prstGeom prst="rect">
            <a:avLst/>
          </a:prstGeom>
        </p:spPr>
        <p:txBody>
          <a:bodyPr vert="horz" lIns="91440" tIns="45720" rIns="91440" bIns="45720" rtlCol="0" anchor="ctr"/>
          <a:lstStyle>
            <a:lvl1pPr algn="l">
              <a:defRPr sz="1050" b="0" i="0">
                <a:solidFill>
                  <a:schemeClr val="tx1">
                    <a:tint val="75000"/>
                  </a:schemeClr>
                </a:solidFill>
                <a:latin typeface="+mn-lt"/>
              </a:defRPr>
            </a:lvl1pPr>
          </a:lstStyle>
          <a:p>
            <a:endParaRPr lang="en-US" dirty="0"/>
          </a:p>
        </p:txBody>
      </p:sp>
      <p:sp>
        <p:nvSpPr>
          <p:cNvPr id="6" name="Slide Number Placeholder 5">
            <a:extLst>
              <a:ext uri="{FF2B5EF4-FFF2-40B4-BE49-F238E27FC236}">
                <a16:creationId xmlns:a16="http://schemas.microsoft.com/office/drawing/2014/main" id="{AA83FD16-4337-B940-905E-D20A26FD483A}"/>
              </a:ext>
            </a:extLst>
          </p:cNvPr>
          <p:cNvSpPr>
            <a:spLocks noGrp="1"/>
          </p:cNvSpPr>
          <p:nvPr>
            <p:ph type="sldNum" sz="quarter" idx="4"/>
          </p:nvPr>
        </p:nvSpPr>
        <p:spPr>
          <a:xfrm>
            <a:off x="10809678" y="6141085"/>
            <a:ext cx="813816" cy="365125"/>
          </a:xfrm>
          <a:prstGeom prst="rect">
            <a:avLst/>
          </a:prstGeom>
        </p:spPr>
        <p:txBody>
          <a:bodyPr vert="horz" lIns="91440" tIns="45720" rIns="91440" bIns="45720" rtlCol="0" anchor="ctr"/>
          <a:lstStyle>
            <a:lvl1pPr algn="r">
              <a:defRPr sz="1050" b="0" i="0">
                <a:solidFill>
                  <a:schemeClr val="tx1">
                    <a:tint val="75000"/>
                  </a:schemeClr>
                </a:solidFill>
                <a:latin typeface="+mn-lt"/>
              </a:defRPr>
            </a:lvl1pPr>
          </a:lstStyle>
          <a:p>
            <a:fld id="{49ABCAEC-7D34-E549-A96E-FCEDAADBE4B0}" type="slidenum">
              <a:rPr lang="en-US" smtClean="0"/>
              <a:pPr/>
              <a:t>‹#›</a:t>
            </a:fld>
            <a:endParaRPr lang="en-US" dirty="0"/>
          </a:p>
        </p:txBody>
      </p:sp>
    </p:spTree>
    <p:extLst>
      <p:ext uri="{BB962C8B-B14F-4D97-AF65-F5344CB8AC3E}">
        <p14:creationId xmlns:p14="http://schemas.microsoft.com/office/powerpoint/2010/main" val="2023228918"/>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txStyles>
    <p:title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900"/>
        </a:spcBef>
        <a:buFont typeface="Arial" panose="020B0604020202020204" pitchFamily="34" charset="0"/>
        <a:buChar char="•"/>
        <a:defRPr sz="2400" b="0" i="0" kern="1200">
          <a:solidFill>
            <a:schemeClr val="tx1"/>
          </a:solidFill>
          <a:latin typeface="+mn-lt"/>
          <a:ea typeface="+mn-ea"/>
          <a:cs typeface="+mn-cs"/>
        </a:defRPr>
      </a:lvl1pPr>
      <a:lvl2pPr marL="685800" indent="-228600" algn="l" defTabSz="914400" rtl="0" eaLnBrk="1" latinLnBrk="0" hangingPunct="1">
        <a:lnSpc>
          <a:spcPct val="100000"/>
        </a:lnSpc>
        <a:spcBef>
          <a:spcPts val="900"/>
        </a:spcBef>
        <a:buFont typeface="Arial" panose="020B0604020202020204" pitchFamily="34" charset="0"/>
        <a:buChar char="•"/>
        <a:defRPr sz="2000" b="0" i="0" kern="1200">
          <a:solidFill>
            <a:schemeClr val="tx1"/>
          </a:solidFill>
          <a:latin typeface="+mn-lt"/>
          <a:ea typeface="+mn-ea"/>
          <a:cs typeface="+mn-cs"/>
        </a:defRPr>
      </a:lvl2pPr>
      <a:lvl3pPr marL="1143000" indent="-228600" algn="l" defTabSz="914400" rtl="0" eaLnBrk="1" latinLnBrk="0" hangingPunct="1">
        <a:lnSpc>
          <a:spcPct val="100000"/>
        </a:lnSpc>
        <a:spcBef>
          <a:spcPts val="900"/>
        </a:spcBef>
        <a:buFont typeface="Arial" panose="020B0604020202020204" pitchFamily="34" charset="0"/>
        <a:buChar char="•"/>
        <a:defRPr sz="1800" b="0" i="0" kern="1200">
          <a:solidFill>
            <a:schemeClr val="tx1"/>
          </a:solidFill>
          <a:latin typeface="+mn-lt"/>
          <a:ea typeface="+mn-ea"/>
          <a:cs typeface="+mn-cs"/>
        </a:defRPr>
      </a:lvl3pPr>
      <a:lvl4pPr marL="1600200" indent="-228600" algn="l" defTabSz="914400" rtl="0" eaLnBrk="1" latinLnBrk="0" hangingPunct="1">
        <a:lnSpc>
          <a:spcPct val="100000"/>
        </a:lnSpc>
        <a:spcBef>
          <a:spcPts val="900"/>
        </a:spcBef>
        <a:buFont typeface="Arial" panose="020B0604020202020204" pitchFamily="34" charset="0"/>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9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EFE82FE-7465-AE46-88DF-34D347E83B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66F2B51C-9578-EB41-A17E-FFF9D491ADA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6858000"/>
            <a:chOff x="10290315" y="0"/>
            <a:chExt cx="1901686" cy="6858000"/>
          </a:xfrm>
        </p:grpSpPr>
        <p:sp>
          <p:nvSpPr>
            <p:cNvPr id="5" name="Oval 4">
              <a:extLst>
                <a:ext uri="{FF2B5EF4-FFF2-40B4-BE49-F238E27FC236}">
                  <a16:creationId xmlns:a16="http://schemas.microsoft.com/office/drawing/2014/main" id="{14E9CAEA-4CF4-D249-8127-CD2FA20187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354939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85">
              <a:extLst>
                <a:ext uri="{FF2B5EF4-FFF2-40B4-BE49-F238E27FC236}">
                  <a16:creationId xmlns:a16="http://schemas.microsoft.com/office/drawing/2014/main" id="{E51EDD93-C3A3-DF47-BCFC-43B049E34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86">
              <a:extLst>
                <a:ext uri="{FF2B5EF4-FFF2-40B4-BE49-F238E27FC236}">
                  <a16:creationId xmlns:a16="http://schemas.microsoft.com/office/drawing/2014/main" id="{D574DB0D-896A-D649-89B1-33753E1D46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Freeform 87">
              <a:extLst>
                <a:ext uri="{FF2B5EF4-FFF2-40B4-BE49-F238E27FC236}">
                  <a16:creationId xmlns:a16="http://schemas.microsoft.com/office/drawing/2014/main" id="{62256DD9-FEA3-4A40-80D1-B33F0FF158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88">
              <a:extLst>
                <a:ext uri="{FF2B5EF4-FFF2-40B4-BE49-F238E27FC236}">
                  <a16:creationId xmlns:a16="http://schemas.microsoft.com/office/drawing/2014/main" id="{534E9839-EAD7-3C49-8D10-E4BFE08208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89">
              <a:extLst>
                <a:ext uri="{FF2B5EF4-FFF2-40B4-BE49-F238E27FC236}">
                  <a16:creationId xmlns:a16="http://schemas.microsoft.com/office/drawing/2014/main" id="{DDFC3FA6-9BB5-A34E-9337-A2E9A1EED9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97">
              <a:extLst>
                <a:ext uri="{FF2B5EF4-FFF2-40B4-BE49-F238E27FC236}">
                  <a16:creationId xmlns:a16="http://schemas.microsoft.com/office/drawing/2014/main" id="{45000D9E-4AD7-5A4F-8E99-302F388C83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56F4C4FA-8FEF-8314-1088-57BBCF2128D0}"/>
              </a:ext>
            </a:extLst>
          </p:cNvPr>
          <p:cNvSpPr>
            <a:spLocks noGrp="1"/>
          </p:cNvSpPr>
          <p:nvPr>
            <p:ph type="ctrTitle"/>
          </p:nvPr>
        </p:nvSpPr>
        <p:spPr>
          <a:xfrm>
            <a:off x="4739751" y="768334"/>
            <a:ext cx="6479629" cy="2866405"/>
          </a:xfrm>
        </p:spPr>
        <p:txBody>
          <a:bodyPr>
            <a:normAutofit/>
          </a:bodyPr>
          <a:lstStyle/>
          <a:p>
            <a:r>
              <a:rPr lang="en-US" dirty="0"/>
              <a:t>Data analysis using SQL</a:t>
            </a:r>
            <a:endParaRPr lang="en-IN" dirty="0"/>
          </a:p>
        </p:txBody>
      </p:sp>
      <p:sp>
        <p:nvSpPr>
          <p:cNvPr id="3" name="Subtitle 2">
            <a:extLst>
              <a:ext uri="{FF2B5EF4-FFF2-40B4-BE49-F238E27FC236}">
                <a16:creationId xmlns:a16="http://schemas.microsoft.com/office/drawing/2014/main" id="{7023B32B-A61A-FEDE-CB92-8A982C4FB27C}"/>
              </a:ext>
            </a:extLst>
          </p:cNvPr>
          <p:cNvSpPr>
            <a:spLocks noGrp="1"/>
          </p:cNvSpPr>
          <p:nvPr>
            <p:ph type="subTitle" idx="1"/>
          </p:nvPr>
        </p:nvSpPr>
        <p:spPr>
          <a:xfrm>
            <a:off x="4607169" y="2609040"/>
            <a:ext cx="6479629" cy="1475177"/>
          </a:xfrm>
        </p:spPr>
        <p:txBody>
          <a:bodyPr>
            <a:normAutofit/>
          </a:bodyPr>
          <a:lstStyle/>
          <a:p>
            <a:r>
              <a:rPr lang="en-US" dirty="0"/>
              <a:t>Zomato – A food delivery platform</a:t>
            </a:r>
            <a:endParaRPr lang="en-IN" dirty="0"/>
          </a:p>
        </p:txBody>
      </p:sp>
      <p:pic>
        <p:nvPicPr>
          <p:cNvPr id="4" name="Picture 3">
            <a:extLst>
              <a:ext uri="{FF2B5EF4-FFF2-40B4-BE49-F238E27FC236}">
                <a16:creationId xmlns:a16="http://schemas.microsoft.com/office/drawing/2014/main" id="{C6DCA1A5-5583-0908-8E34-0DB9C2457B82}"/>
              </a:ext>
            </a:extLst>
          </p:cNvPr>
          <p:cNvPicPr>
            <a:picLocks noChangeAspect="1"/>
          </p:cNvPicPr>
          <p:nvPr/>
        </p:nvPicPr>
        <p:blipFill>
          <a:blip r:embed="rId2"/>
          <a:srcRect l="37217" r="19728" b="-1"/>
          <a:stretch>
            <a:fillRect/>
          </a:stretch>
        </p:blipFill>
        <p:spPr>
          <a:xfrm>
            <a:off x="20" y="1"/>
            <a:ext cx="4173349" cy="6857999"/>
          </a:xfrm>
          <a:prstGeom prst="rect">
            <a:avLst/>
          </a:prstGeom>
        </p:spPr>
      </p:pic>
      <p:cxnSp>
        <p:nvCxnSpPr>
          <p:cNvPr id="20" name="Straight Connector 19">
            <a:extLst>
              <a:ext uri="{FF2B5EF4-FFF2-40B4-BE49-F238E27FC236}">
                <a16:creationId xmlns:a16="http://schemas.microsoft.com/office/drawing/2014/main" id="{EEA70831-9A8D-3B4D-8EA5-EE32F93E94E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39752" y="6087110"/>
            <a:ext cx="6883742"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4C0852CA-5454-7AE4-587D-16831B70B3BA}"/>
              </a:ext>
            </a:extLst>
          </p:cNvPr>
          <p:cNvSpPr txBox="1"/>
          <p:nvPr/>
        </p:nvSpPr>
        <p:spPr>
          <a:xfrm>
            <a:off x="9021286" y="5358853"/>
            <a:ext cx="2631894" cy="523220"/>
          </a:xfrm>
          <a:prstGeom prst="rect">
            <a:avLst/>
          </a:prstGeom>
          <a:noFill/>
        </p:spPr>
        <p:txBody>
          <a:bodyPr wrap="square" rtlCol="0">
            <a:spAutoFit/>
          </a:bodyPr>
          <a:lstStyle/>
          <a:p>
            <a:pPr algn="r"/>
            <a:r>
              <a:rPr lang="en-US" sz="2800" dirty="0"/>
              <a:t>Shri Varsha T</a:t>
            </a:r>
            <a:endParaRPr lang="en-IN" sz="2800" dirty="0"/>
          </a:p>
        </p:txBody>
      </p:sp>
    </p:spTree>
    <p:extLst>
      <p:ext uri="{BB962C8B-B14F-4D97-AF65-F5344CB8AC3E}">
        <p14:creationId xmlns:p14="http://schemas.microsoft.com/office/powerpoint/2010/main" val="29071690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C7F2E4D6-EF46-1C43-8F3E-3620C3C83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7A00BDF4-7643-A942-A588-F24E4E09AAD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4677439"/>
            <a:chOff x="10290315" y="0"/>
            <a:chExt cx="1901686" cy="4677439"/>
          </a:xfrm>
        </p:grpSpPr>
        <p:sp>
          <p:nvSpPr>
            <p:cNvPr id="28" name="Freeform 32">
              <a:extLst>
                <a:ext uri="{FF2B5EF4-FFF2-40B4-BE49-F238E27FC236}">
                  <a16:creationId xmlns:a16="http://schemas.microsoft.com/office/drawing/2014/main" id="{90B25A21-16B9-8D47-928B-2367A0B8C0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34">
              <a:extLst>
                <a:ext uri="{FF2B5EF4-FFF2-40B4-BE49-F238E27FC236}">
                  <a16:creationId xmlns:a16="http://schemas.microsoft.com/office/drawing/2014/main" id="{E5E64190-3AC0-0A48-9917-5FAE935A85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47">
              <a:extLst>
                <a:ext uri="{FF2B5EF4-FFF2-40B4-BE49-F238E27FC236}">
                  <a16:creationId xmlns:a16="http://schemas.microsoft.com/office/drawing/2014/main" id="{AE71CDB8-B430-F14E-99C8-E6AAB8E21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48">
              <a:extLst>
                <a:ext uri="{FF2B5EF4-FFF2-40B4-BE49-F238E27FC236}">
                  <a16:creationId xmlns:a16="http://schemas.microsoft.com/office/drawing/2014/main" id="{DCA37B0A-FCCC-7642-B70D-56AD500498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CE4B0588-8353-1C27-1D25-0C52498D30C2}"/>
              </a:ext>
            </a:extLst>
          </p:cNvPr>
          <p:cNvSpPr>
            <a:spLocks noGrp="1"/>
          </p:cNvSpPr>
          <p:nvPr>
            <p:ph type="title"/>
          </p:nvPr>
        </p:nvSpPr>
        <p:spPr>
          <a:xfrm>
            <a:off x="5224243" y="770890"/>
            <a:ext cx="6400999" cy="1268984"/>
          </a:xfrm>
        </p:spPr>
        <p:txBody>
          <a:bodyPr>
            <a:normAutofit/>
          </a:bodyPr>
          <a:lstStyle/>
          <a:p>
            <a:r>
              <a:rPr lang="en-US"/>
              <a:t>Understanding the data</a:t>
            </a:r>
            <a:endParaRPr lang="en-IN"/>
          </a:p>
        </p:txBody>
      </p:sp>
      <p:sp>
        <p:nvSpPr>
          <p:cNvPr id="3" name="Content Placeholder 2">
            <a:extLst>
              <a:ext uri="{FF2B5EF4-FFF2-40B4-BE49-F238E27FC236}">
                <a16:creationId xmlns:a16="http://schemas.microsoft.com/office/drawing/2014/main" id="{82D0AA2B-EEF8-8ABF-208C-11A50A964B76}"/>
              </a:ext>
            </a:extLst>
          </p:cNvPr>
          <p:cNvSpPr>
            <a:spLocks noGrp="1"/>
          </p:cNvSpPr>
          <p:nvPr>
            <p:ph idx="1"/>
          </p:nvPr>
        </p:nvSpPr>
        <p:spPr>
          <a:xfrm>
            <a:off x="5224243" y="1841503"/>
            <a:ext cx="6400999" cy="3919725"/>
          </a:xfrm>
        </p:spPr>
        <p:txBody>
          <a:bodyPr>
            <a:normAutofit/>
          </a:bodyPr>
          <a:lstStyle/>
          <a:p>
            <a:pPr>
              <a:buNone/>
            </a:pPr>
            <a:r>
              <a:rPr lang="en-US" sz="1600" dirty="0"/>
              <a:t>In this project, we analyze data from Zomato, a leading online food delivery platform. The analysis focuses on various aspects of the platform’s operations, including customer behavior, order patterns, delivery efficiency, and restaurant performance.</a:t>
            </a:r>
          </a:p>
          <a:p>
            <a:pPr>
              <a:buNone/>
            </a:pPr>
            <a:endParaRPr lang="en-US" sz="1600" dirty="0"/>
          </a:p>
          <a:p>
            <a:pPr>
              <a:buNone/>
            </a:pPr>
            <a:r>
              <a:rPr lang="en-US" sz="1600" dirty="0"/>
              <a:t>To achieve this, we have used five datasets:</a:t>
            </a:r>
          </a:p>
          <a:p>
            <a:pPr>
              <a:buFont typeface="Arial" panose="020B0604020202020204" pitchFamily="34" charset="0"/>
              <a:buChar char="•"/>
            </a:pPr>
            <a:r>
              <a:rPr lang="en-US" sz="1600" b="1" dirty="0"/>
              <a:t>Customers</a:t>
            </a:r>
            <a:r>
              <a:rPr lang="en-US" sz="1600" dirty="0"/>
              <a:t> </a:t>
            </a:r>
          </a:p>
          <a:p>
            <a:pPr>
              <a:buFont typeface="Arial" panose="020B0604020202020204" pitchFamily="34" charset="0"/>
              <a:buChar char="•"/>
            </a:pPr>
            <a:r>
              <a:rPr lang="en-US" sz="1600" b="1" dirty="0"/>
              <a:t>Orders</a:t>
            </a:r>
            <a:r>
              <a:rPr lang="en-US" sz="1600" dirty="0"/>
              <a:t> </a:t>
            </a:r>
          </a:p>
          <a:p>
            <a:pPr>
              <a:buFont typeface="Arial" panose="020B0604020202020204" pitchFamily="34" charset="0"/>
              <a:buChar char="•"/>
            </a:pPr>
            <a:r>
              <a:rPr lang="en-US" sz="1600" b="1" dirty="0"/>
              <a:t>Deliveries</a:t>
            </a:r>
            <a:r>
              <a:rPr lang="en-US" sz="1600" dirty="0"/>
              <a:t> </a:t>
            </a:r>
          </a:p>
          <a:p>
            <a:pPr>
              <a:buFont typeface="Arial" panose="020B0604020202020204" pitchFamily="34" charset="0"/>
              <a:buChar char="•"/>
            </a:pPr>
            <a:r>
              <a:rPr lang="en-US" sz="1600" b="1" dirty="0"/>
              <a:t>Restaurants</a:t>
            </a:r>
            <a:r>
              <a:rPr lang="en-US" sz="1600" dirty="0"/>
              <a:t> </a:t>
            </a:r>
          </a:p>
          <a:p>
            <a:pPr>
              <a:buFont typeface="Arial" panose="020B0604020202020204" pitchFamily="34" charset="0"/>
              <a:buChar char="•"/>
            </a:pPr>
            <a:r>
              <a:rPr lang="en-US" sz="1600" b="1" dirty="0"/>
              <a:t>Riders</a:t>
            </a:r>
            <a:r>
              <a:rPr lang="en-US" sz="1600" dirty="0"/>
              <a:t> </a:t>
            </a:r>
          </a:p>
          <a:p>
            <a:pPr marL="0" indent="0">
              <a:lnSpc>
                <a:spcPct val="90000"/>
              </a:lnSpc>
              <a:buNone/>
            </a:pPr>
            <a:endParaRPr lang="en-IN" sz="2000" dirty="0"/>
          </a:p>
        </p:txBody>
      </p:sp>
      <p:pic>
        <p:nvPicPr>
          <p:cNvPr id="21" name="Picture 20">
            <a:extLst>
              <a:ext uri="{FF2B5EF4-FFF2-40B4-BE49-F238E27FC236}">
                <a16:creationId xmlns:a16="http://schemas.microsoft.com/office/drawing/2014/main" id="{56E943A8-87E3-A532-24D5-C932DA5BAFEE}"/>
              </a:ext>
            </a:extLst>
          </p:cNvPr>
          <p:cNvPicPr>
            <a:picLocks noChangeAspect="1"/>
          </p:cNvPicPr>
          <p:nvPr/>
        </p:nvPicPr>
        <p:blipFill>
          <a:blip r:embed="rId2"/>
          <a:srcRect l="19921" r="41879"/>
          <a:stretch>
            <a:fillRect/>
          </a:stretch>
        </p:blipFill>
        <p:spPr>
          <a:xfrm>
            <a:off x="20" y="1"/>
            <a:ext cx="4657325" cy="6857999"/>
          </a:xfrm>
          <a:prstGeom prst="rect">
            <a:avLst/>
          </a:prstGeom>
        </p:spPr>
      </p:pic>
      <p:cxnSp>
        <p:nvCxnSpPr>
          <p:cNvPr id="33" name="Straight Connector 32">
            <a:extLst>
              <a:ext uri="{FF2B5EF4-FFF2-40B4-BE49-F238E27FC236}">
                <a16:creationId xmlns:a16="http://schemas.microsoft.com/office/drawing/2014/main" id="{BF3CF3DF-4809-5B42-9F22-9813913792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24243" y="6087110"/>
            <a:ext cx="6400999"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0888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F1288-176D-966E-1936-6CAAE94EAEE5}"/>
              </a:ext>
            </a:extLst>
          </p:cNvPr>
          <p:cNvSpPr>
            <a:spLocks noGrp="1"/>
          </p:cNvSpPr>
          <p:nvPr>
            <p:ph type="title"/>
          </p:nvPr>
        </p:nvSpPr>
        <p:spPr>
          <a:xfrm>
            <a:off x="565149" y="212090"/>
            <a:ext cx="7335835" cy="664210"/>
          </a:xfrm>
        </p:spPr>
        <p:txBody>
          <a:bodyPr>
            <a:normAutofit/>
          </a:bodyPr>
          <a:lstStyle/>
          <a:p>
            <a:r>
              <a:rPr lang="en-US" sz="2800" dirty="0"/>
              <a:t>Understanding data</a:t>
            </a:r>
            <a:endParaRPr lang="en-IN" sz="2800" dirty="0"/>
          </a:p>
        </p:txBody>
      </p:sp>
      <p:sp>
        <p:nvSpPr>
          <p:cNvPr id="3" name="Content Placeholder 2">
            <a:extLst>
              <a:ext uri="{FF2B5EF4-FFF2-40B4-BE49-F238E27FC236}">
                <a16:creationId xmlns:a16="http://schemas.microsoft.com/office/drawing/2014/main" id="{9D526F0E-2B7E-4B15-6EC4-BC26E97C4553}"/>
              </a:ext>
            </a:extLst>
          </p:cNvPr>
          <p:cNvSpPr>
            <a:spLocks noGrp="1"/>
          </p:cNvSpPr>
          <p:nvPr>
            <p:ph idx="1"/>
          </p:nvPr>
        </p:nvSpPr>
        <p:spPr>
          <a:xfrm>
            <a:off x="565150" y="876300"/>
            <a:ext cx="8401050" cy="4884928"/>
          </a:xfrm>
        </p:spPr>
        <p:txBody>
          <a:bodyPr>
            <a:normAutofit/>
          </a:bodyPr>
          <a:lstStyle/>
          <a:p>
            <a:pPr marL="0" indent="0">
              <a:buNone/>
            </a:pPr>
            <a:r>
              <a:rPr lang="en-US" sz="1800" dirty="0"/>
              <a:t>The customer table has data about the customers of the platforms.</a:t>
            </a:r>
          </a:p>
          <a:p>
            <a:pPr marL="0" indent="0">
              <a:buNone/>
            </a:pPr>
            <a:endParaRPr lang="en-IN" sz="1800" dirty="0"/>
          </a:p>
          <a:p>
            <a:pPr marL="0" indent="0">
              <a:buNone/>
            </a:pPr>
            <a:endParaRPr lang="en-IN" sz="1800" dirty="0"/>
          </a:p>
          <a:p>
            <a:pPr marL="0" indent="0">
              <a:buNone/>
            </a:pPr>
            <a:endParaRPr lang="en-IN" sz="1800" dirty="0"/>
          </a:p>
          <a:p>
            <a:pPr marL="0" indent="0">
              <a:buNone/>
            </a:pPr>
            <a:r>
              <a:rPr lang="en-IN" sz="1800" dirty="0"/>
              <a:t>The Restaurants table has data about the restaurants that provide service using the platform</a:t>
            </a:r>
          </a:p>
          <a:p>
            <a:pPr marL="0" indent="0">
              <a:buNone/>
            </a:pPr>
            <a:endParaRPr lang="en-IN" sz="1800" dirty="0"/>
          </a:p>
          <a:p>
            <a:pPr marL="0" indent="0">
              <a:buNone/>
            </a:pPr>
            <a:endParaRPr lang="en-IN" sz="1800" dirty="0"/>
          </a:p>
          <a:p>
            <a:pPr marL="0" indent="0">
              <a:buNone/>
            </a:pPr>
            <a:endParaRPr lang="en-IN" sz="1800" dirty="0"/>
          </a:p>
          <a:p>
            <a:pPr marL="0" indent="0">
              <a:buNone/>
            </a:pPr>
            <a:r>
              <a:rPr lang="en-IN" sz="1800" dirty="0"/>
              <a:t>The Riders table has data about the delivery partner working in the platform</a:t>
            </a:r>
          </a:p>
          <a:p>
            <a:pPr marL="0" indent="0">
              <a:buNone/>
            </a:pPr>
            <a:endParaRPr lang="en-IN" sz="1800" dirty="0"/>
          </a:p>
        </p:txBody>
      </p:sp>
      <p:pic>
        <p:nvPicPr>
          <p:cNvPr id="5" name="Picture 4">
            <a:extLst>
              <a:ext uri="{FF2B5EF4-FFF2-40B4-BE49-F238E27FC236}">
                <a16:creationId xmlns:a16="http://schemas.microsoft.com/office/drawing/2014/main" id="{7DB94C70-C09F-21ED-6EAC-4E12ED1CDC03}"/>
              </a:ext>
            </a:extLst>
          </p:cNvPr>
          <p:cNvPicPr>
            <a:picLocks noChangeAspect="1"/>
          </p:cNvPicPr>
          <p:nvPr/>
        </p:nvPicPr>
        <p:blipFill>
          <a:blip r:embed="rId2"/>
          <a:stretch>
            <a:fillRect/>
          </a:stretch>
        </p:blipFill>
        <p:spPr>
          <a:xfrm>
            <a:off x="3559056" y="1446173"/>
            <a:ext cx="1695687" cy="562053"/>
          </a:xfrm>
          <a:prstGeom prst="rect">
            <a:avLst/>
          </a:prstGeom>
          <a:ln>
            <a:solidFill>
              <a:schemeClr val="tx1"/>
            </a:solidFill>
          </a:ln>
        </p:spPr>
      </p:pic>
      <p:pic>
        <p:nvPicPr>
          <p:cNvPr id="7" name="Picture 6">
            <a:extLst>
              <a:ext uri="{FF2B5EF4-FFF2-40B4-BE49-F238E27FC236}">
                <a16:creationId xmlns:a16="http://schemas.microsoft.com/office/drawing/2014/main" id="{B9D114B8-B7ED-311A-6E86-27C8BB34A71C}"/>
              </a:ext>
            </a:extLst>
          </p:cNvPr>
          <p:cNvPicPr>
            <a:picLocks noChangeAspect="1"/>
          </p:cNvPicPr>
          <p:nvPr/>
        </p:nvPicPr>
        <p:blipFill>
          <a:blip r:embed="rId3"/>
          <a:stretch>
            <a:fillRect/>
          </a:stretch>
        </p:blipFill>
        <p:spPr>
          <a:xfrm>
            <a:off x="3559056" y="3113093"/>
            <a:ext cx="1686160" cy="771633"/>
          </a:xfrm>
          <a:prstGeom prst="rect">
            <a:avLst/>
          </a:prstGeom>
          <a:ln>
            <a:solidFill>
              <a:schemeClr val="tx1"/>
            </a:solidFill>
          </a:ln>
        </p:spPr>
      </p:pic>
      <p:pic>
        <p:nvPicPr>
          <p:cNvPr id="9" name="Picture 8">
            <a:extLst>
              <a:ext uri="{FF2B5EF4-FFF2-40B4-BE49-F238E27FC236}">
                <a16:creationId xmlns:a16="http://schemas.microsoft.com/office/drawing/2014/main" id="{33F3E918-3878-81B9-9FC7-4AAA48F5EA82}"/>
              </a:ext>
            </a:extLst>
          </p:cNvPr>
          <p:cNvPicPr>
            <a:picLocks noChangeAspect="1"/>
          </p:cNvPicPr>
          <p:nvPr/>
        </p:nvPicPr>
        <p:blipFill>
          <a:blip r:embed="rId4"/>
          <a:stretch>
            <a:fillRect/>
          </a:stretch>
        </p:blipFill>
        <p:spPr>
          <a:xfrm>
            <a:off x="3530477" y="4849775"/>
            <a:ext cx="1724266" cy="571580"/>
          </a:xfrm>
          <a:prstGeom prst="rect">
            <a:avLst/>
          </a:prstGeom>
          <a:ln>
            <a:solidFill>
              <a:schemeClr val="tx1"/>
            </a:solidFill>
          </a:ln>
        </p:spPr>
      </p:pic>
    </p:spTree>
    <p:extLst>
      <p:ext uri="{BB962C8B-B14F-4D97-AF65-F5344CB8AC3E}">
        <p14:creationId xmlns:p14="http://schemas.microsoft.com/office/powerpoint/2010/main" val="30276412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640D9-D18B-9D7F-8444-41CD800BB8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8F4123-5879-719A-406B-6E43C8BC0695}"/>
              </a:ext>
            </a:extLst>
          </p:cNvPr>
          <p:cNvSpPr>
            <a:spLocks noGrp="1"/>
          </p:cNvSpPr>
          <p:nvPr>
            <p:ph type="title"/>
          </p:nvPr>
        </p:nvSpPr>
        <p:spPr>
          <a:xfrm>
            <a:off x="565149" y="212090"/>
            <a:ext cx="7335835" cy="664210"/>
          </a:xfrm>
        </p:spPr>
        <p:txBody>
          <a:bodyPr>
            <a:normAutofit/>
          </a:bodyPr>
          <a:lstStyle/>
          <a:p>
            <a:r>
              <a:rPr lang="en-US" sz="2800" dirty="0"/>
              <a:t>Understanding data</a:t>
            </a:r>
            <a:endParaRPr lang="en-IN" sz="2800" dirty="0"/>
          </a:p>
        </p:txBody>
      </p:sp>
      <p:sp>
        <p:nvSpPr>
          <p:cNvPr id="3" name="Content Placeholder 2">
            <a:extLst>
              <a:ext uri="{FF2B5EF4-FFF2-40B4-BE49-F238E27FC236}">
                <a16:creationId xmlns:a16="http://schemas.microsoft.com/office/drawing/2014/main" id="{72B8E5F5-ED80-FA52-2436-404EF25CE9B3}"/>
              </a:ext>
            </a:extLst>
          </p:cNvPr>
          <p:cNvSpPr>
            <a:spLocks noGrp="1"/>
          </p:cNvSpPr>
          <p:nvPr>
            <p:ph idx="1"/>
          </p:nvPr>
        </p:nvSpPr>
        <p:spPr>
          <a:xfrm>
            <a:off x="565150" y="876300"/>
            <a:ext cx="8401050" cy="4884928"/>
          </a:xfrm>
        </p:spPr>
        <p:txBody>
          <a:bodyPr>
            <a:normAutofit/>
          </a:bodyPr>
          <a:lstStyle/>
          <a:p>
            <a:pPr marL="0" indent="0">
              <a:buNone/>
            </a:pPr>
            <a:r>
              <a:rPr lang="en-US" sz="1800" dirty="0"/>
              <a:t>The Deliveries table has data of each delivery done via the platform.</a:t>
            </a:r>
          </a:p>
          <a:p>
            <a:pPr marL="0" indent="0">
              <a:buNone/>
            </a:pPr>
            <a:endParaRPr lang="en-US" sz="1800" dirty="0"/>
          </a:p>
          <a:p>
            <a:pPr marL="0" indent="0">
              <a:buNone/>
            </a:pPr>
            <a:endParaRPr lang="en-IN" sz="1800" dirty="0"/>
          </a:p>
          <a:p>
            <a:pPr marL="0" indent="0">
              <a:buNone/>
            </a:pPr>
            <a:endParaRPr lang="en-IN" sz="1800" dirty="0"/>
          </a:p>
          <a:p>
            <a:pPr marL="0" indent="0">
              <a:buNone/>
            </a:pPr>
            <a:endParaRPr lang="en-IN" sz="1800" dirty="0"/>
          </a:p>
          <a:p>
            <a:pPr marL="0" indent="0">
              <a:buNone/>
            </a:pPr>
            <a:r>
              <a:rPr lang="en-IN" sz="1800" dirty="0"/>
              <a:t>The Orders table is the master table that connects all our tables. It has data of each order placed in the platform.</a:t>
            </a:r>
          </a:p>
          <a:p>
            <a:pPr marL="0" indent="0">
              <a:buNone/>
            </a:pPr>
            <a:endParaRPr lang="en-IN" sz="1800" dirty="0"/>
          </a:p>
          <a:p>
            <a:pPr marL="0" indent="0">
              <a:buNone/>
            </a:pPr>
            <a:endParaRPr lang="en-IN" sz="1800" dirty="0"/>
          </a:p>
          <a:p>
            <a:pPr marL="0" indent="0">
              <a:buNone/>
            </a:pPr>
            <a:endParaRPr lang="en-IN" sz="1800" dirty="0"/>
          </a:p>
        </p:txBody>
      </p:sp>
      <p:pic>
        <p:nvPicPr>
          <p:cNvPr id="6" name="Picture 5">
            <a:extLst>
              <a:ext uri="{FF2B5EF4-FFF2-40B4-BE49-F238E27FC236}">
                <a16:creationId xmlns:a16="http://schemas.microsoft.com/office/drawing/2014/main" id="{BDCEB186-3558-F19E-CF8A-28BF442A504C}"/>
              </a:ext>
            </a:extLst>
          </p:cNvPr>
          <p:cNvPicPr>
            <a:picLocks noChangeAspect="1"/>
          </p:cNvPicPr>
          <p:nvPr/>
        </p:nvPicPr>
        <p:blipFill>
          <a:blip r:embed="rId2"/>
          <a:stretch>
            <a:fillRect/>
          </a:stretch>
        </p:blipFill>
        <p:spPr>
          <a:xfrm>
            <a:off x="3313775" y="1344546"/>
            <a:ext cx="1838582" cy="1119254"/>
          </a:xfrm>
          <a:prstGeom prst="rect">
            <a:avLst/>
          </a:prstGeom>
          <a:ln>
            <a:solidFill>
              <a:schemeClr val="tx1"/>
            </a:solidFill>
          </a:ln>
        </p:spPr>
      </p:pic>
      <p:pic>
        <p:nvPicPr>
          <p:cNvPr id="10" name="Picture 9">
            <a:extLst>
              <a:ext uri="{FF2B5EF4-FFF2-40B4-BE49-F238E27FC236}">
                <a16:creationId xmlns:a16="http://schemas.microsoft.com/office/drawing/2014/main" id="{57D07209-8A24-AF50-4884-1347919605D4}"/>
              </a:ext>
            </a:extLst>
          </p:cNvPr>
          <p:cNvPicPr>
            <a:picLocks noChangeAspect="1"/>
          </p:cNvPicPr>
          <p:nvPr/>
        </p:nvPicPr>
        <p:blipFill>
          <a:blip r:embed="rId3"/>
          <a:stretch>
            <a:fillRect/>
          </a:stretch>
        </p:blipFill>
        <p:spPr>
          <a:xfrm>
            <a:off x="3023222" y="3641620"/>
            <a:ext cx="2419688" cy="1871833"/>
          </a:xfrm>
          <a:prstGeom prst="rect">
            <a:avLst/>
          </a:prstGeom>
          <a:ln>
            <a:solidFill>
              <a:schemeClr val="tx1"/>
            </a:solidFill>
          </a:ln>
        </p:spPr>
      </p:pic>
    </p:spTree>
    <p:extLst>
      <p:ext uri="{BB962C8B-B14F-4D97-AF65-F5344CB8AC3E}">
        <p14:creationId xmlns:p14="http://schemas.microsoft.com/office/powerpoint/2010/main" val="745292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EFE82FE-7465-AE46-88DF-34D347E83B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16E68B-EAE8-E975-AA49-C5B0D8BA1FC7}"/>
              </a:ext>
            </a:extLst>
          </p:cNvPr>
          <p:cNvSpPr>
            <a:spLocks noGrp="1"/>
          </p:cNvSpPr>
          <p:nvPr>
            <p:ph type="title"/>
          </p:nvPr>
        </p:nvSpPr>
        <p:spPr>
          <a:xfrm>
            <a:off x="565151" y="770890"/>
            <a:ext cx="4133559" cy="1268984"/>
          </a:xfrm>
        </p:spPr>
        <p:txBody>
          <a:bodyPr>
            <a:normAutofit/>
          </a:bodyPr>
          <a:lstStyle/>
          <a:p>
            <a:r>
              <a:rPr lang="en-US" dirty="0"/>
              <a:t>Objectives</a:t>
            </a:r>
            <a:endParaRPr lang="en-IN" dirty="0"/>
          </a:p>
        </p:txBody>
      </p:sp>
      <p:sp>
        <p:nvSpPr>
          <p:cNvPr id="3" name="Content Placeholder 2">
            <a:extLst>
              <a:ext uri="{FF2B5EF4-FFF2-40B4-BE49-F238E27FC236}">
                <a16:creationId xmlns:a16="http://schemas.microsoft.com/office/drawing/2014/main" id="{0CD0B19B-B97E-ED76-47D9-2AA0F4299066}"/>
              </a:ext>
            </a:extLst>
          </p:cNvPr>
          <p:cNvSpPr>
            <a:spLocks noGrp="1"/>
          </p:cNvSpPr>
          <p:nvPr>
            <p:ph idx="1"/>
          </p:nvPr>
        </p:nvSpPr>
        <p:spPr>
          <a:xfrm>
            <a:off x="565151" y="2160016"/>
            <a:ext cx="4133559" cy="3601212"/>
          </a:xfrm>
        </p:spPr>
        <p:txBody>
          <a:bodyPr>
            <a:normAutofit/>
          </a:bodyPr>
          <a:lstStyle/>
          <a:p>
            <a:r>
              <a:rPr lang="en-US" dirty="0"/>
              <a:t>Customer Behavior and Insights </a:t>
            </a:r>
          </a:p>
          <a:p>
            <a:r>
              <a:rPr lang="en-US" dirty="0"/>
              <a:t>Order and Sales Analysis</a:t>
            </a:r>
          </a:p>
          <a:p>
            <a:r>
              <a:rPr lang="en-US" dirty="0"/>
              <a:t>Restaurant Performance</a:t>
            </a:r>
          </a:p>
          <a:p>
            <a:r>
              <a:rPr lang="en-US" dirty="0"/>
              <a:t>Rider Performance</a:t>
            </a:r>
          </a:p>
          <a:p>
            <a:r>
              <a:rPr lang="en-US" dirty="0"/>
              <a:t>Operational Effectiveness</a:t>
            </a:r>
          </a:p>
        </p:txBody>
      </p:sp>
      <p:pic>
        <p:nvPicPr>
          <p:cNvPr id="7" name="Graphic 6" descr="Upward trend">
            <a:extLst>
              <a:ext uri="{FF2B5EF4-FFF2-40B4-BE49-F238E27FC236}">
                <a16:creationId xmlns:a16="http://schemas.microsoft.com/office/drawing/2014/main" id="{9E911C28-C972-F98D-28F5-D437540BECE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78823" y="681645"/>
            <a:ext cx="5486059" cy="5486059"/>
          </a:xfrm>
          <a:prstGeom prst="rect">
            <a:avLst/>
          </a:prstGeom>
        </p:spPr>
      </p:pic>
      <p:grpSp>
        <p:nvGrpSpPr>
          <p:cNvPr id="12" name="Group 11">
            <a:extLst>
              <a:ext uri="{FF2B5EF4-FFF2-40B4-BE49-F238E27FC236}">
                <a16:creationId xmlns:a16="http://schemas.microsoft.com/office/drawing/2014/main" id="{1B5E71B3-7269-894E-A00B-31D341365F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4677439"/>
            <a:chOff x="10290315" y="0"/>
            <a:chExt cx="1901686" cy="4677439"/>
          </a:xfrm>
        </p:grpSpPr>
        <p:sp>
          <p:nvSpPr>
            <p:cNvPr id="13" name="Freeform 85">
              <a:extLst>
                <a:ext uri="{FF2B5EF4-FFF2-40B4-BE49-F238E27FC236}">
                  <a16:creationId xmlns:a16="http://schemas.microsoft.com/office/drawing/2014/main" id="{FFFA3A20-1539-CC4A-9BE1-7415FE5A98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87">
              <a:extLst>
                <a:ext uri="{FF2B5EF4-FFF2-40B4-BE49-F238E27FC236}">
                  <a16:creationId xmlns:a16="http://schemas.microsoft.com/office/drawing/2014/main" id="{44EBCCFB-8EAB-2442-8E02-293F08D50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89">
              <a:extLst>
                <a:ext uri="{FF2B5EF4-FFF2-40B4-BE49-F238E27FC236}">
                  <a16:creationId xmlns:a16="http://schemas.microsoft.com/office/drawing/2014/main" id="{AFD14830-CC36-D64E-8173-398042563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97">
              <a:extLst>
                <a:ext uri="{FF2B5EF4-FFF2-40B4-BE49-F238E27FC236}">
                  <a16:creationId xmlns:a16="http://schemas.microsoft.com/office/drawing/2014/main" id="{FAA40AB8-EB6E-A44D-B3CA-7D25B64F5A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18" name="Straight Connector 17">
            <a:extLst>
              <a:ext uri="{FF2B5EF4-FFF2-40B4-BE49-F238E27FC236}">
                <a16:creationId xmlns:a16="http://schemas.microsoft.com/office/drawing/2014/main" id="{A0A01F17-907D-3541-BBAF-A33828880DC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413356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60716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2A15E-59C8-25E1-75A8-54525BBC9D9B}"/>
              </a:ext>
            </a:extLst>
          </p:cNvPr>
          <p:cNvSpPr>
            <a:spLocks noGrp="1"/>
          </p:cNvSpPr>
          <p:nvPr>
            <p:ph type="title"/>
          </p:nvPr>
        </p:nvSpPr>
        <p:spPr>
          <a:xfrm>
            <a:off x="565150" y="623062"/>
            <a:ext cx="7335835" cy="473710"/>
          </a:xfrm>
        </p:spPr>
        <p:txBody>
          <a:bodyPr>
            <a:normAutofit fontScale="90000"/>
          </a:bodyPr>
          <a:lstStyle/>
          <a:p>
            <a:r>
              <a:rPr lang="en-US" sz="2800" dirty="0"/>
              <a:t>Data import</a:t>
            </a:r>
            <a:endParaRPr lang="en-IN" sz="2800" dirty="0"/>
          </a:p>
        </p:txBody>
      </p:sp>
      <p:sp>
        <p:nvSpPr>
          <p:cNvPr id="3" name="Content Placeholder 2">
            <a:extLst>
              <a:ext uri="{FF2B5EF4-FFF2-40B4-BE49-F238E27FC236}">
                <a16:creationId xmlns:a16="http://schemas.microsoft.com/office/drawing/2014/main" id="{5FEAC19B-1EA8-D373-802D-794BF739AA42}"/>
              </a:ext>
            </a:extLst>
          </p:cNvPr>
          <p:cNvSpPr>
            <a:spLocks noGrp="1"/>
          </p:cNvSpPr>
          <p:nvPr>
            <p:ph idx="1"/>
          </p:nvPr>
        </p:nvSpPr>
        <p:spPr>
          <a:xfrm>
            <a:off x="565150" y="1096771"/>
            <a:ext cx="7969250" cy="4787193"/>
          </a:xfrm>
        </p:spPr>
        <p:txBody>
          <a:bodyPr>
            <a:normAutofit/>
          </a:bodyPr>
          <a:lstStyle/>
          <a:p>
            <a:pPr marL="0" indent="0">
              <a:buNone/>
            </a:pPr>
            <a:r>
              <a:rPr lang="en-US" sz="1800" dirty="0"/>
              <a:t>For this project, we are using MySQL as our database management system. We have created a dedicated database named Zomato, where all the relevant tables are created and populated using CSV data files.</a:t>
            </a:r>
          </a:p>
          <a:p>
            <a:pPr marL="0" indent="0">
              <a:buNone/>
            </a:pPr>
            <a:r>
              <a:rPr lang="en-US" sz="1800" dirty="0"/>
              <a:t> </a:t>
            </a:r>
            <a:r>
              <a:rPr lang="en-US" dirty="0"/>
              <a:t>We can import data in MySQL using two methods:</a:t>
            </a:r>
          </a:p>
          <a:p>
            <a:r>
              <a:rPr lang="en-US" sz="1800" b="1" dirty="0"/>
              <a:t>Using Table data Import Wizard </a:t>
            </a:r>
            <a:r>
              <a:rPr lang="en-US" sz="1800" dirty="0"/>
              <a:t>– Preferable for smaller files.</a:t>
            </a:r>
          </a:p>
          <a:p>
            <a:pPr marL="457200" lvl="1" indent="0">
              <a:buNone/>
            </a:pPr>
            <a:r>
              <a:rPr lang="en-US" sz="1400" dirty="0"/>
              <a:t> </a:t>
            </a:r>
            <a:r>
              <a:rPr lang="en-US" sz="1800" dirty="0"/>
              <a:t>Since the restaurants, riders and customers table have a smaller number of records we will import the data to these table using the wizard.</a:t>
            </a:r>
          </a:p>
          <a:p>
            <a:r>
              <a:rPr lang="en-US" sz="1800" b="1" dirty="0"/>
              <a:t>Using Command Prompt </a:t>
            </a:r>
            <a:r>
              <a:rPr lang="en-US" sz="1800" dirty="0"/>
              <a:t>– Preferable for larger files. </a:t>
            </a:r>
          </a:p>
          <a:p>
            <a:pPr marL="457200" lvl="1" indent="0">
              <a:buNone/>
            </a:pPr>
            <a:r>
              <a:rPr lang="en-US" sz="1800" dirty="0"/>
              <a:t>Larger files might take more time to import using the table data import wizard, so we will be using the command prompt to import data into the orders and deliveries table. Unlike the Import Wizard, this method requires manual creation of the table before importing the data</a:t>
            </a:r>
            <a:endParaRPr lang="en-IN" sz="1800" dirty="0"/>
          </a:p>
        </p:txBody>
      </p:sp>
    </p:spTree>
    <p:extLst>
      <p:ext uri="{BB962C8B-B14F-4D97-AF65-F5344CB8AC3E}">
        <p14:creationId xmlns:p14="http://schemas.microsoft.com/office/powerpoint/2010/main" val="18189173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51402-1C24-268A-9F06-0AF7334149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652FD8-A87E-2F65-BC2F-40F2630D9663}"/>
              </a:ext>
            </a:extLst>
          </p:cNvPr>
          <p:cNvSpPr>
            <a:spLocks noGrp="1"/>
          </p:cNvSpPr>
          <p:nvPr>
            <p:ph type="title"/>
          </p:nvPr>
        </p:nvSpPr>
        <p:spPr>
          <a:xfrm>
            <a:off x="565150" y="623062"/>
            <a:ext cx="7335835" cy="473710"/>
          </a:xfrm>
        </p:spPr>
        <p:txBody>
          <a:bodyPr>
            <a:normAutofit fontScale="90000"/>
          </a:bodyPr>
          <a:lstStyle/>
          <a:p>
            <a:r>
              <a:rPr lang="en-US" sz="2800" dirty="0"/>
              <a:t>Data import using Command prompt:</a:t>
            </a:r>
            <a:endParaRPr lang="en-IN" sz="2800" dirty="0"/>
          </a:p>
        </p:txBody>
      </p:sp>
      <p:sp>
        <p:nvSpPr>
          <p:cNvPr id="3" name="Content Placeholder 2">
            <a:extLst>
              <a:ext uri="{FF2B5EF4-FFF2-40B4-BE49-F238E27FC236}">
                <a16:creationId xmlns:a16="http://schemas.microsoft.com/office/drawing/2014/main" id="{B7DC13C8-26A2-0A1E-D15F-A696F6580DFF}"/>
              </a:ext>
            </a:extLst>
          </p:cNvPr>
          <p:cNvSpPr>
            <a:spLocks noGrp="1"/>
          </p:cNvSpPr>
          <p:nvPr>
            <p:ph idx="1"/>
          </p:nvPr>
        </p:nvSpPr>
        <p:spPr>
          <a:xfrm>
            <a:off x="565150" y="1096771"/>
            <a:ext cx="10750550" cy="4787193"/>
          </a:xfrm>
        </p:spPr>
        <p:txBody>
          <a:bodyPr>
            <a:normAutofit/>
          </a:bodyPr>
          <a:lstStyle/>
          <a:p>
            <a:pPr marL="0" indent="0">
              <a:buNone/>
            </a:pPr>
            <a:r>
              <a:rPr lang="en-US" sz="1800" dirty="0"/>
              <a:t>First, we will create the tables orders and deliveries using the create statement</a:t>
            </a:r>
          </a:p>
          <a:p>
            <a:pPr marL="0" indent="0">
              <a:buNone/>
            </a:pPr>
            <a:endParaRPr lang="en-US" sz="1800" dirty="0"/>
          </a:p>
          <a:p>
            <a:pPr marL="0" indent="0">
              <a:buNone/>
            </a:pPr>
            <a:r>
              <a:rPr lang="en-US" sz="1800" dirty="0"/>
              <a:t>           Orders Table                                                                              Deliveries Table</a:t>
            </a:r>
          </a:p>
          <a:p>
            <a:pPr marL="0" indent="0">
              <a:buNone/>
            </a:pPr>
            <a:endParaRPr lang="en-IN" sz="1800" dirty="0"/>
          </a:p>
        </p:txBody>
      </p:sp>
      <p:pic>
        <p:nvPicPr>
          <p:cNvPr id="5" name="Picture 4">
            <a:extLst>
              <a:ext uri="{FF2B5EF4-FFF2-40B4-BE49-F238E27FC236}">
                <a16:creationId xmlns:a16="http://schemas.microsoft.com/office/drawing/2014/main" id="{EC442536-1017-3D7A-D74C-9E647C395336}"/>
              </a:ext>
            </a:extLst>
          </p:cNvPr>
          <p:cNvPicPr>
            <a:picLocks noChangeAspect="1"/>
          </p:cNvPicPr>
          <p:nvPr/>
        </p:nvPicPr>
        <p:blipFill>
          <a:blip r:embed="rId2"/>
          <a:stretch>
            <a:fillRect/>
          </a:stretch>
        </p:blipFill>
        <p:spPr>
          <a:xfrm>
            <a:off x="721965" y="2385834"/>
            <a:ext cx="4662835" cy="2948165"/>
          </a:xfrm>
          <a:prstGeom prst="rect">
            <a:avLst/>
          </a:prstGeom>
        </p:spPr>
      </p:pic>
      <p:pic>
        <p:nvPicPr>
          <p:cNvPr id="7" name="Picture 6">
            <a:extLst>
              <a:ext uri="{FF2B5EF4-FFF2-40B4-BE49-F238E27FC236}">
                <a16:creationId xmlns:a16="http://schemas.microsoft.com/office/drawing/2014/main" id="{14C72FE0-8A21-FFC5-3E8F-B08F0EB814C7}"/>
              </a:ext>
            </a:extLst>
          </p:cNvPr>
          <p:cNvPicPr>
            <a:picLocks noChangeAspect="1"/>
          </p:cNvPicPr>
          <p:nvPr/>
        </p:nvPicPr>
        <p:blipFill>
          <a:blip r:embed="rId3"/>
          <a:stretch>
            <a:fillRect/>
          </a:stretch>
        </p:blipFill>
        <p:spPr>
          <a:xfrm>
            <a:off x="6096000" y="2385834"/>
            <a:ext cx="3915321" cy="1957566"/>
          </a:xfrm>
          <a:prstGeom prst="rect">
            <a:avLst/>
          </a:prstGeom>
        </p:spPr>
      </p:pic>
    </p:spTree>
    <p:extLst>
      <p:ext uri="{BB962C8B-B14F-4D97-AF65-F5344CB8AC3E}">
        <p14:creationId xmlns:p14="http://schemas.microsoft.com/office/powerpoint/2010/main" val="41939580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A6BCA-4BF6-F993-165F-93D64D70B1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D6DDF1-9B89-289F-E893-54DB9BED9E47}"/>
              </a:ext>
            </a:extLst>
          </p:cNvPr>
          <p:cNvSpPr>
            <a:spLocks noGrp="1"/>
          </p:cNvSpPr>
          <p:nvPr>
            <p:ph type="title"/>
          </p:nvPr>
        </p:nvSpPr>
        <p:spPr>
          <a:xfrm>
            <a:off x="565150" y="623062"/>
            <a:ext cx="7335835" cy="473710"/>
          </a:xfrm>
        </p:spPr>
        <p:txBody>
          <a:bodyPr>
            <a:normAutofit fontScale="90000"/>
          </a:bodyPr>
          <a:lstStyle/>
          <a:p>
            <a:r>
              <a:rPr lang="en-US" sz="2800" dirty="0"/>
              <a:t>Data import using Command prompt:</a:t>
            </a:r>
            <a:endParaRPr lang="en-IN" sz="2800" dirty="0"/>
          </a:p>
        </p:txBody>
      </p:sp>
      <p:sp>
        <p:nvSpPr>
          <p:cNvPr id="3" name="Content Placeholder 2">
            <a:extLst>
              <a:ext uri="{FF2B5EF4-FFF2-40B4-BE49-F238E27FC236}">
                <a16:creationId xmlns:a16="http://schemas.microsoft.com/office/drawing/2014/main" id="{A61A3A9B-1860-D8FC-CFB9-F363B3E9A5A1}"/>
              </a:ext>
            </a:extLst>
          </p:cNvPr>
          <p:cNvSpPr>
            <a:spLocks noGrp="1"/>
          </p:cNvSpPr>
          <p:nvPr>
            <p:ph idx="1"/>
          </p:nvPr>
        </p:nvSpPr>
        <p:spPr>
          <a:xfrm>
            <a:off x="565150" y="1096771"/>
            <a:ext cx="10750550" cy="4787193"/>
          </a:xfrm>
        </p:spPr>
        <p:txBody>
          <a:bodyPr>
            <a:normAutofit/>
          </a:bodyPr>
          <a:lstStyle/>
          <a:p>
            <a:pPr marL="0" indent="0">
              <a:buNone/>
            </a:pPr>
            <a:r>
              <a:rPr lang="en-US" sz="1800" dirty="0"/>
              <a:t>Once the table is created, We'll now connect with MySQL database in command line prompt and set the global variables by using below command so that data can be imported from local computer folder.</a:t>
            </a:r>
          </a:p>
          <a:p>
            <a:pPr marL="0" indent="0" algn="ctr">
              <a:buNone/>
            </a:pPr>
            <a:r>
              <a:rPr lang="en-US" sz="1800" b="1" dirty="0"/>
              <a:t>mysql&gt; SET GLOBAL local_infile=1;</a:t>
            </a:r>
          </a:p>
          <a:p>
            <a:pPr marL="0" indent="0">
              <a:buNone/>
            </a:pPr>
            <a:r>
              <a:rPr lang="en-US" sz="1800" dirty="0"/>
              <a:t>Then load the table using the following commands</a:t>
            </a:r>
          </a:p>
          <a:p>
            <a:pPr marL="0" indent="0">
              <a:buNone/>
            </a:pPr>
            <a:endParaRPr lang="en-US" sz="1800" dirty="0"/>
          </a:p>
          <a:p>
            <a:pPr marL="0" indent="0">
              <a:buNone/>
            </a:pPr>
            <a:endParaRPr lang="en-IN" sz="1800" dirty="0"/>
          </a:p>
        </p:txBody>
      </p:sp>
      <p:pic>
        <p:nvPicPr>
          <p:cNvPr id="6" name="Picture 5">
            <a:extLst>
              <a:ext uri="{FF2B5EF4-FFF2-40B4-BE49-F238E27FC236}">
                <a16:creationId xmlns:a16="http://schemas.microsoft.com/office/drawing/2014/main" id="{5451E688-7F5F-DD0B-9F01-A3F3AE0FC49B}"/>
              </a:ext>
            </a:extLst>
          </p:cNvPr>
          <p:cNvPicPr>
            <a:picLocks noChangeAspect="1"/>
          </p:cNvPicPr>
          <p:nvPr/>
        </p:nvPicPr>
        <p:blipFill>
          <a:blip r:embed="rId2"/>
          <a:stretch>
            <a:fillRect/>
          </a:stretch>
        </p:blipFill>
        <p:spPr>
          <a:xfrm>
            <a:off x="1070612" y="2921000"/>
            <a:ext cx="8619488" cy="2840229"/>
          </a:xfrm>
          <a:prstGeom prst="rect">
            <a:avLst/>
          </a:prstGeom>
        </p:spPr>
      </p:pic>
    </p:spTree>
    <p:extLst>
      <p:ext uri="{BB962C8B-B14F-4D97-AF65-F5344CB8AC3E}">
        <p14:creationId xmlns:p14="http://schemas.microsoft.com/office/powerpoint/2010/main" val="3275119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6A71E-87C8-B65A-F4DE-81C47A8D2EE7}"/>
              </a:ext>
            </a:extLst>
          </p:cNvPr>
          <p:cNvSpPr>
            <a:spLocks noGrp="1"/>
          </p:cNvSpPr>
          <p:nvPr>
            <p:ph type="title"/>
          </p:nvPr>
        </p:nvSpPr>
        <p:spPr>
          <a:xfrm>
            <a:off x="565150" y="521462"/>
            <a:ext cx="7335835" cy="575310"/>
          </a:xfrm>
        </p:spPr>
        <p:txBody>
          <a:bodyPr>
            <a:normAutofit/>
          </a:bodyPr>
          <a:lstStyle/>
          <a:p>
            <a:r>
              <a:rPr lang="en-US" sz="2800" dirty="0"/>
              <a:t>Data cleaning</a:t>
            </a:r>
            <a:endParaRPr lang="en-IN" sz="2800" dirty="0"/>
          </a:p>
        </p:txBody>
      </p:sp>
      <p:sp>
        <p:nvSpPr>
          <p:cNvPr id="3" name="Content Placeholder 2">
            <a:extLst>
              <a:ext uri="{FF2B5EF4-FFF2-40B4-BE49-F238E27FC236}">
                <a16:creationId xmlns:a16="http://schemas.microsoft.com/office/drawing/2014/main" id="{266B8C60-D875-8F76-3FCB-B13F214BC77C}"/>
              </a:ext>
            </a:extLst>
          </p:cNvPr>
          <p:cNvSpPr>
            <a:spLocks noGrp="1"/>
          </p:cNvSpPr>
          <p:nvPr>
            <p:ph idx="1"/>
          </p:nvPr>
        </p:nvSpPr>
        <p:spPr>
          <a:xfrm>
            <a:off x="565150" y="1096772"/>
            <a:ext cx="9480550" cy="4664456"/>
          </a:xfrm>
        </p:spPr>
        <p:txBody>
          <a:bodyPr>
            <a:normAutofit/>
          </a:bodyPr>
          <a:lstStyle/>
          <a:p>
            <a:pPr marL="0" indent="0">
              <a:buNone/>
            </a:pPr>
            <a:r>
              <a:rPr lang="en-US" sz="1800" b="1" dirty="0"/>
              <a:t>Data cleaning</a:t>
            </a:r>
            <a:r>
              <a:rPr lang="en-US" sz="1800" dirty="0"/>
              <a:t> is one of the most critical steps in any analysis or SQL project. It ensures the data is accurate, consistent, and usable for meaningful insights.</a:t>
            </a:r>
          </a:p>
          <a:p>
            <a:pPr marL="0" indent="0">
              <a:buNone/>
            </a:pPr>
            <a:endParaRPr lang="en-US" sz="1800" dirty="0"/>
          </a:p>
          <a:p>
            <a:r>
              <a:rPr lang="en-IN" sz="1800" dirty="0"/>
              <a:t>In our datasets we imported date and time attributes as text and the date format across the datasets are different, so we have converted the all attributes with date and time to date and time datatype using str_to_date function.</a:t>
            </a:r>
          </a:p>
          <a:p>
            <a:pPr marL="457200" lvl="1" indent="0">
              <a:buNone/>
            </a:pPr>
            <a:r>
              <a:rPr lang="en-US" sz="1600" dirty="0"/>
              <a:t>The STR_TO_DATE() function in SQL is used to convert a string into a DATE, DATETIME, or TIME data type by specifying the exact format of the string.</a:t>
            </a:r>
            <a:endParaRPr lang="en-IN" sz="1600" dirty="0"/>
          </a:p>
          <a:p>
            <a:r>
              <a:rPr lang="en-IN" sz="1800" dirty="0"/>
              <a:t>In our restaurants table we have column opening hours, we will extract the opening time and closing time from the opening hours for better usability, We have extracted these data using the text functions like trim, left, substring, locate.</a:t>
            </a:r>
          </a:p>
          <a:p>
            <a:pPr marL="457200" lvl="1" indent="0">
              <a:buNone/>
            </a:pPr>
            <a:r>
              <a:rPr lang="en-US" sz="1600" dirty="0"/>
              <a:t>Text functions are used to manipulate and analyze text or character data. They help remove extra spaces, extract specific parts of text, correct or replace values, locate characters or patterns, standardize text case, merge fields, and convert text into proper formats.</a:t>
            </a:r>
            <a:endParaRPr lang="en-IN" sz="1600" dirty="0"/>
          </a:p>
        </p:txBody>
      </p:sp>
    </p:spTree>
    <p:extLst>
      <p:ext uri="{BB962C8B-B14F-4D97-AF65-F5344CB8AC3E}">
        <p14:creationId xmlns:p14="http://schemas.microsoft.com/office/powerpoint/2010/main" val="3572557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6CD4C-132F-8AAB-1269-895A5DA17A4B}"/>
              </a:ext>
            </a:extLst>
          </p:cNvPr>
          <p:cNvSpPr>
            <a:spLocks noGrp="1"/>
          </p:cNvSpPr>
          <p:nvPr>
            <p:ph type="title"/>
          </p:nvPr>
        </p:nvSpPr>
        <p:spPr>
          <a:xfrm>
            <a:off x="565150" y="770890"/>
            <a:ext cx="11064000" cy="575310"/>
          </a:xfrm>
        </p:spPr>
        <p:txBody>
          <a:bodyPr>
            <a:normAutofit/>
          </a:bodyPr>
          <a:lstStyle/>
          <a:p>
            <a:pPr algn="ctr"/>
            <a:r>
              <a:rPr lang="en-US" sz="2800" dirty="0"/>
              <a:t>Data Cleaning</a:t>
            </a:r>
            <a:endParaRPr lang="en-IN" sz="2800" dirty="0"/>
          </a:p>
        </p:txBody>
      </p:sp>
      <p:sp>
        <p:nvSpPr>
          <p:cNvPr id="3" name="Content Placeholder 2">
            <a:extLst>
              <a:ext uri="{FF2B5EF4-FFF2-40B4-BE49-F238E27FC236}">
                <a16:creationId xmlns:a16="http://schemas.microsoft.com/office/drawing/2014/main" id="{E3DA5AE7-7562-01D6-49B8-29589858DFB6}"/>
              </a:ext>
            </a:extLst>
          </p:cNvPr>
          <p:cNvSpPr>
            <a:spLocks noGrp="1"/>
          </p:cNvSpPr>
          <p:nvPr>
            <p:ph sz="half" idx="1"/>
          </p:nvPr>
        </p:nvSpPr>
        <p:spPr>
          <a:xfrm>
            <a:off x="562851" y="1587501"/>
            <a:ext cx="5239512" cy="4173728"/>
          </a:xfrm>
        </p:spPr>
        <p:txBody>
          <a:bodyPr/>
          <a:lstStyle/>
          <a:p>
            <a:pPr marL="0" indent="0">
              <a:buNone/>
            </a:pPr>
            <a:r>
              <a:rPr lang="en-US" dirty="0"/>
              <a:t>Converting date and time attributes using str_to_date() function.</a:t>
            </a:r>
            <a:endParaRPr lang="en-IN" dirty="0"/>
          </a:p>
        </p:txBody>
      </p:sp>
      <p:sp>
        <p:nvSpPr>
          <p:cNvPr id="4" name="Content Placeholder 3">
            <a:extLst>
              <a:ext uri="{FF2B5EF4-FFF2-40B4-BE49-F238E27FC236}">
                <a16:creationId xmlns:a16="http://schemas.microsoft.com/office/drawing/2014/main" id="{03063A97-5004-E7C3-245B-460C058810C2}"/>
              </a:ext>
            </a:extLst>
          </p:cNvPr>
          <p:cNvSpPr>
            <a:spLocks noGrp="1"/>
          </p:cNvSpPr>
          <p:nvPr>
            <p:ph sz="half" idx="2"/>
          </p:nvPr>
        </p:nvSpPr>
        <p:spPr>
          <a:xfrm>
            <a:off x="6389638" y="1587501"/>
            <a:ext cx="5239512" cy="4173728"/>
          </a:xfrm>
        </p:spPr>
        <p:txBody>
          <a:bodyPr/>
          <a:lstStyle/>
          <a:p>
            <a:pPr marL="0" indent="0">
              <a:buNone/>
            </a:pPr>
            <a:r>
              <a:rPr lang="en-US" dirty="0"/>
              <a:t>Converting opening hours in restaurants to opening hour and closing hour using text functions.</a:t>
            </a:r>
            <a:endParaRPr lang="en-IN" dirty="0"/>
          </a:p>
        </p:txBody>
      </p:sp>
      <p:pic>
        <p:nvPicPr>
          <p:cNvPr id="6" name="Picture 5">
            <a:extLst>
              <a:ext uri="{FF2B5EF4-FFF2-40B4-BE49-F238E27FC236}">
                <a16:creationId xmlns:a16="http://schemas.microsoft.com/office/drawing/2014/main" id="{92C1CE24-BCE8-1B07-C99A-186585DBFE59}"/>
              </a:ext>
            </a:extLst>
          </p:cNvPr>
          <p:cNvPicPr>
            <a:picLocks noChangeAspect="1"/>
          </p:cNvPicPr>
          <p:nvPr/>
        </p:nvPicPr>
        <p:blipFill>
          <a:blip r:embed="rId2"/>
          <a:stretch>
            <a:fillRect/>
          </a:stretch>
        </p:blipFill>
        <p:spPr>
          <a:xfrm>
            <a:off x="562850" y="3054188"/>
            <a:ext cx="4324954" cy="2324424"/>
          </a:xfrm>
          <a:prstGeom prst="rect">
            <a:avLst/>
          </a:prstGeom>
        </p:spPr>
      </p:pic>
      <p:pic>
        <p:nvPicPr>
          <p:cNvPr id="8" name="Picture 7">
            <a:extLst>
              <a:ext uri="{FF2B5EF4-FFF2-40B4-BE49-F238E27FC236}">
                <a16:creationId xmlns:a16="http://schemas.microsoft.com/office/drawing/2014/main" id="{BB3BE655-2C29-2E21-72A6-A416AFC39AB6}"/>
              </a:ext>
            </a:extLst>
          </p:cNvPr>
          <p:cNvPicPr>
            <a:picLocks noChangeAspect="1"/>
          </p:cNvPicPr>
          <p:nvPr/>
        </p:nvPicPr>
        <p:blipFill>
          <a:blip r:embed="rId3"/>
          <a:stretch>
            <a:fillRect/>
          </a:stretch>
        </p:blipFill>
        <p:spPr>
          <a:xfrm>
            <a:off x="5511800" y="2949398"/>
            <a:ext cx="6248401" cy="2429214"/>
          </a:xfrm>
          <a:prstGeom prst="rect">
            <a:avLst/>
          </a:prstGeom>
        </p:spPr>
      </p:pic>
    </p:spTree>
    <p:extLst>
      <p:ext uri="{BB962C8B-B14F-4D97-AF65-F5344CB8AC3E}">
        <p14:creationId xmlns:p14="http://schemas.microsoft.com/office/powerpoint/2010/main" val="20366329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D4BB0-DFBE-CAA6-3B3B-E38B37970CBF}"/>
              </a:ext>
            </a:extLst>
          </p:cNvPr>
          <p:cNvSpPr>
            <a:spLocks noGrp="1"/>
          </p:cNvSpPr>
          <p:nvPr>
            <p:ph type="title"/>
          </p:nvPr>
        </p:nvSpPr>
        <p:spPr>
          <a:xfrm>
            <a:off x="565150" y="770890"/>
            <a:ext cx="11156950" cy="638810"/>
          </a:xfrm>
        </p:spPr>
        <p:txBody>
          <a:bodyPr>
            <a:normAutofit/>
          </a:bodyPr>
          <a:lstStyle/>
          <a:p>
            <a:pPr algn="ctr"/>
            <a:r>
              <a:rPr lang="en-US" sz="2800" dirty="0"/>
              <a:t>Most ordered and least ordered items</a:t>
            </a:r>
            <a:endParaRPr lang="en-IN" sz="2800" dirty="0"/>
          </a:p>
        </p:txBody>
      </p:sp>
      <p:sp>
        <p:nvSpPr>
          <p:cNvPr id="3" name="Content Placeholder 2">
            <a:extLst>
              <a:ext uri="{FF2B5EF4-FFF2-40B4-BE49-F238E27FC236}">
                <a16:creationId xmlns:a16="http://schemas.microsoft.com/office/drawing/2014/main" id="{8E3C224B-9841-702E-8875-EAFA134E7D78}"/>
              </a:ext>
            </a:extLst>
          </p:cNvPr>
          <p:cNvSpPr>
            <a:spLocks noGrp="1"/>
          </p:cNvSpPr>
          <p:nvPr>
            <p:ph sz="half" idx="1"/>
          </p:nvPr>
        </p:nvSpPr>
        <p:spPr>
          <a:xfrm>
            <a:off x="562851" y="1409701"/>
            <a:ext cx="5239512" cy="4351528"/>
          </a:xfrm>
        </p:spPr>
        <p:txBody>
          <a:bodyPr/>
          <a:lstStyle/>
          <a:p>
            <a:pPr marL="0" indent="0" algn="ctr">
              <a:buNone/>
            </a:pPr>
            <a:r>
              <a:rPr lang="en-US" dirty="0"/>
              <a:t>Top 10 most ordered items</a:t>
            </a:r>
          </a:p>
          <a:p>
            <a:pPr marL="0" indent="0">
              <a:buNone/>
            </a:pPr>
            <a:endParaRPr lang="en-IN" dirty="0"/>
          </a:p>
        </p:txBody>
      </p:sp>
      <p:sp>
        <p:nvSpPr>
          <p:cNvPr id="4" name="Content Placeholder 3">
            <a:extLst>
              <a:ext uri="{FF2B5EF4-FFF2-40B4-BE49-F238E27FC236}">
                <a16:creationId xmlns:a16="http://schemas.microsoft.com/office/drawing/2014/main" id="{09D48C7B-82C3-039D-B4E0-12B0706AC35A}"/>
              </a:ext>
            </a:extLst>
          </p:cNvPr>
          <p:cNvSpPr>
            <a:spLocks noGrp="1"/>
          </p:cNvSpPr>
          <p:nvPr>
            <p:ph sz="half" idx="2"/>
          </p:nvPr>
        </p:nvSpPr>
        <p:spPr>
          <a:xfrm>
            <a:off x="6389638" y="1409701"/>
            <a:ext cx="5239512" cy="4351528"/>
          </a:xfrm>
        </p:spPr>
        <p:txBody>
          <a:bodyPr/>
          <a:lstStyle/>
          <a:p>
            <a:pPr marL="0" indent="0" algn="ctr">
              <a:buNone/>
            </a:pPr>
            <a:r>
              <a:rPr lang="en-US" dirty="0"/>
              <a:t>Least ordered items</a:t>
            </a:r>
          </a:p>
          <a:p>
            <a:pPr marL="0" indent="0">
              <a:buNone/>
            </a:pPr>
            <a:endParaRPr lang="en-IN" dirty="0"/>
          </a:p>
        </p:txBody>
      </p:sp>
      <p:pic>
        <p:nvPicPr>
          <p:cNvPr id="6" name="Picture 5">
            <a:extLst>
              <a:ext uri="{FF2B5EF4-FFF2-40B4-BE49-F238E27FC236}">
                <a16:creationId xmlns:a16="http://schemas.microsoft.com/office/drawing/2014/main" id="{335232B0-52AC-10C9-3016-AB95134B9BF8}"/>
              </a:ext>
            </a:extLst>
          </p:cNvPr>
          <p:cNvPicPr>
            <a:picLocks noChangeAspect="1"/>
          </p:cNvPicPr>
          <p:nvPr/>
        </p:nvPicPr>
        <p:blipFill>
          <a:blip r:embed="rId2"/>
          <a:stretch>
            <a:fillRect/>
          </a:stretch>
        </p:blipFill>
        <p:spPr>
          <a:xfrm>
            <a:off x="476937" y="1915016"/>
            <a:ext cx="5530887" cy="3698384"/>
          </a:xfrm>
          <a:prstGeom prst="rect">
            <a:avLst/>
          </a:prstGeom>
        </p:spPr>
      </p:pic>
      <p:pic>
        <p:nvPicPr>
          <p:cNvPr id="7" name="Picture 6">
            <a:extLst>
              <a:ext uri="{FF2B5EF4-FFF2-40B4-BE49-F238E27FC236}">
                <a16:creationId xmlns:a16="http://schemas.microsoft.com/office/drawing/2014/main" id="{DF749CF5-481F-A5A7-96B0-43A458183292}"/>
              </a:ext>
            </a:extLst>
          </p:cNvPr>
          <p:cNvPicPr>
            <a:picLocks noChangeAspect="1"/>
          </p:cNvPicPr>
          <p:nvPr/>
        </p:nvPicPr>
        <p:blipFill>
          <a:blip r:embed="rId3"/>
          <a:stretch>
            <a:fillRect/>
          </a:stretch>
        </p:blipFill>
        <p:spPr>
          <a:xfrm>
            <a:off x="6301463" y="1915015"/>
            <a:ext cx="5420638" cy="3698383"/>
          </a:xfrm>
          <a:prstGeom prst="rect">
            <a:avLst/>
          </a:prstGeom>
        </p:spPr>
      </p:pic>
    </p:spTree>
    <p:extLst>
      <p:ext uri="{BB962C8B-B14F-4D97-AF65-F5344CB8AC3E}">
        <p14:creationId xmlns:p14="http://schemas.microsoft.com/office/powerpoint/2010/main" val="39056263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EFE82FE-7465-AE46-88DF-34D347E83B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ED2F2B-4A57-955E-830C-F0A58149ED84}"/>
              </a:ext>
            </a:extLst>
          </p:cNvPr>
          <p:cNvSpPr>
            <a:spLocks noGrp="1"/>
          </p:cNvSpPr>
          <p:nvPr>
            <p:ph type="title"/>
          </p:nvPr>
        </p:nvSpPr>
        <p:spPr>
          <a:xfrm>
            <a:off x="565151" y="770890"/>
            <a:ext cx="4133559" cy="1268984"/>
          </a:xfrm>
        </p:spPr>
        <p:txBody>
          <a:bodyPr>
            <a:normAutofit/>
          </a:bodyPr>
          <a:lstStyle/>
          <a:p>
            <a:pPr>
              <a:lnSpc>
                <a:spcPct val="90000"/>
              </a:lnSpc>
            </a:pPr>
            <a:r>
              <a:rPr kumimoji="0" lang="en-US" sz="3100" b="1" i="0" u="none" strike="noStrike" kern="1200" cap="none" spc="0" normalizeH="0" baseline="0" noProof="0">
                <a:ln>
                  <a:noFill/>
                </a:ln>
                <a:effectLst/>
                <a:uLnTx/>
                <a:uFillTx/>
                <a:latin typeface="Neue Haas Grotesk Text Pro"/>
                <a:ea typeface="+mj-ea"/>
                <a:cs typeface="+mj-cs"/>
              </a:rPr>
              <a:t>Most ordered and least ordered items</a:t>
            </a:r>
            <a:endParaRPr lang="en-IN" sz="3100"/>
          </a:p>
        </p:txBody>
      </p:sp>
      <p:sp>
        <p:nvSpPr>
          <p:cNvPr id="3" name="Content Placeholder 2">
            <a:extLst>
              <a:ext uri="{FF2B5EF4-FFF2-40B4-BE49-F238E27FC236}">
                <a16:creationId xmlns:a16="http://schemas.microsoft.com/office/drawing/2014/main" id="{34C86ADD-DD72-3CA1-FE09-504A77E9DDC5}"/>
              </a:ext>
            </a:extLst>
          </p:cNvPr>
          <p:cNvSpPr>
            <a:spLocks noGrp="1"/>
          </p:cNvSpPr>
          <p:nvPr>
            <p:ph idx="1"/>
          </p:nvPr>
        </p:nvSpPr>
        <p:spPr>
          <a:xfrm>
            <a:off x="565151" y="2160016"/>
            <a:ext cx="4133559" cy="3601212"/>
          </a:xfrm>
        </p:spPr>
        <p:txBody>
          <a:bodyPr>
            <a:normAutofit/>
          </a:bodyPr>
          <a:lstStyle/>
          <a:p>
            <a:pPr marL="0" indent="0">
              <a:buNone/>
            </a:pPr>
            <a:r>
              <a:rPr lang="en-US" dirty="0"/>
              <a:t>Chicken briyani and paneer butter masala are the most ordered items while chicken tikka is the least ordered item</a:t>
            </a:r>
            <a:endParaRPr lang="en-IN" dirty="0"/>
          </a:p>
        </p:txBody>
      </p:sp>
      <p:pic>
        <p:nvPicPr>
          <p:cNvPr id="5" name="Picture 4">
            <a:extLst>
              <a:ext uri="{FF2B5EF4-FFF2-40B4-BE49-F238E27FC236}">
                <a16:creationId xmlns:a16="http://schemas.microsoft.com/office/drawing/2014/main" id="{564BBFC6-A1E9-1AEF-394B-5ADA2A372077}"/>
              </a:ext>
            </a:extLst>
          </p:cNvPr>
          <p:cNvPicPr>
            <a:picLocks noChangeAspect="1"/>
          </p:cNvPicPr>
          <p:nvPr/>
        </p:nvPicPr>
        <p:blipFill>
          <a:blip r:embed="rId2"/>
          <a:stretch>
            <a:fillRect/>
          </a:stretch>
        </p:blipFill>
        <p:spPr>
          <a:xfrm>
            <a:off x="5106596" y="1650473"/>
            <a:ext cx="6430513" cy="3548402"/>
          </a:xfrm>
          <a:prstGeom prst="rect">
            <a:avLst/>
          </a:prstGeom>
        </p:spPr>
      </p:pic>
      <p:grpSp>
        <p:nvGrpSpPr>
          <p:cNvPr id="12" name="Group 11">
            <a:extLst>
              <a:ext uri="{FF2B5EF4-FFF2-40B4-BE49-F238E27FC236}">
                <a16:creationId xmlns:a16="http://schemas.microsoft.com/office/drawing/2014/main" id="{1B5E71B3-7269-894E-A00B-31D341365F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4677439"/>
            <a:chOff x="10290315" y="0"/>
            <a:chExt cx="1901686" cy="4677439"/>
          </a:xfrm>
        </p:grpSpPr>
        <p:sp>
          <p:nvSpPr>
            <p:cNvPr id="13" name="Freeform 85">
              <a:extLst>
                <a:ext uri="{FF2B5EF4-FFF2-40B4-BE49-F238E27FC236}">
                  <a16:creationId xmlns:a16="http://schemas.microsoft.com/office/drawing/2014/main" id="{FFFA3A20-1539-CC4A-9BE1-7415FE5A98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87">
              <a:extLst>
                <a:ext uri="{FF2B5EF4-FFF2-40B4-BE49-F238E27FC236}">
                  <a16:creationId xmlns:a16="http://schemas.microsoft.com/office/drawing/2014/main" id="{44EBCCFB-8EAB-2442-8E02-293F08D50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89">
              <a:extLst>
                <a:ext uri="{FF2B5EF4-FFF2-40B4-BE49-F238E27FC236}">
                  <a16:creationId xmlns:a16="http://schemas.microsoft.com/office/drawing/2014/main" id="{AFD14830-CC36-D64E-8173-398042563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97">
              <a:extLst>
                <a:ext uri="{FF2B5EF4-FFF2-40B4-BE49-F238E27FC236}">
                  <a16:creationId xmlns:a16="http://schemas.microsoft.com/office/drawing/2014/main" id="{FAA40AB8-EB6E-A44D-B3CA-7D25B64F5A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18" name="Straight Connector 17">
            <a:extLst>
              <a:ext uri="{FF2B5EF4-FFF2-40B4-BE49-F238E27FC236}">
                <a16:creationId xmlns:a16="http://schemas.microsoft.com/office/drawing/2014/main" id="{A0A01F17-907D-3541-BBAF-A33828880DC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413356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09454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EFE82FE-7465-AE46-88DF-34D347E83B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2E60AB-09B9-1628-5078-1908EE1030DB}"/>
              </a:ext>
            </a:extLst>
          </p:cNvPr>
          <p:cNvSpPr>
            <a:spLocks noGrp="1"/>
          </p:cNvSpPr>
          <p:nvPr>
            <p:ph type="title"/>
          </p:nvPr>
        </p:nvSpPr>
        <p:spPr>
          <a:xfrm>
            <a:off x="565151" y="770890"/>
            <a:ext cx="4133559" cy="1268984"/>
          </a:xfrm>
        </p:spPr>
        <p:txBody>
          <a:bodyPr>
            <a:normAutofit/>
          </a:bodyPr>
          <a:lstStyle/>
          <a:p>
            <a:pPr>
              <a:lnSpc>
                <a:spcPct val="90000"/>
              </a:lnSpc>
            </a:pPr>
            <a:r>
              <a:rPr lang="en-US" dirty="0"/>
              <a:t>Popular time slots</a:t>
            </a:r>
            <a:endParaRPr lang="en-IN" dirty="0"/>
          </a:p>
        </p:txBody>
      </p:sp>
      <p:sp>
        <p:nvSpPr>
          <p:cNvPr id="3" name="Content Placeholder 2">
            <a:extLst>
              <a:ext uri="{FF2B5EF4-FFF2-40B4-BE49-F238E27FC236}">
                <a16:creationId xmlns:a16="http://schemas.microsoft.com/office/drawing/2014/main" id="{6BF9CB2B-A0DA-5066-B61C-EAE970403DC3}"/>
              </a:ext>
            </a:extLst>
          </p:cNvPr>
          <p:cNvSpPr>
            <a:spLocks noGrp="1"/>
          </p:cNvSpPr>
          <p:nvPr>
            <p:ph idx="1"/>
          </p:nvPr>
        </p:nvSpPr>
        <p:spPr>
          <a:xfrm>
            <a:off x="565151" y="2160016"/>
            <a:ext cx="4133559" cy="3601212"/>
          </a:xfrm>
        </p:spPr>
        <p:txBody>
          <a:bodyPr>
            <a:normAutofit/>
          </a:bodyPr>
          <a:lstStyle/>
          <a:p>
            <a:pPr marL="0" indent="0">
              <a:buNone/>
            </a:pPr>
            <a:r>
              <a:rPr lang="en-US" dirty="0"/>
              <a:t>The most popular time slots for orders are 2 PM and 7 PM, while order volume is noticeably lower between 11 PM and 6 AM, as well as around 4 PM.</a:t>
            </a:r>
            <a:endParaRPr lang="en-IN" dirty="0"/>
          </a:p>
        </p:txBody>
      </p:sp>
      <p:pic>
        <p:nvPicPr>
          <p:cNvPr id="4" name="Picture 3">
            <a:extLst>
              <a:ext uri="{FF2B5EF4-FFF2-40B4-BE49-F238E27FC236}">
                <a16:creationId xmlns:a16="http://schemas.microsoft.com/office/drawing/2014/main" id="{DD5893F6-12DC-AF96-553B-AD51AC467B45}"/>
              </a:ext>
            </a:extLst>
          </p:cNvPr>
          <p:cNvPicPr>
            <a:picLocks noChangeAspect="1"/>
          </p:cNvPicPr>
          <p:nvPr/>
        </p:nvPicPr>
        <p:blipFill>
          <a:blip r:embed="rId2"/>
          <a:stretch>
            <a:fillRect/>
          </a:stretch>
        </p:blipFill>
        <p:spPr>
          <a:xfrm>
            <a:off x="5106596" y="1735762"/>
            <a:ext cx="6430513" cy="3377825"/>
          </a:xfrm>
          <a:prstGeom prst="rect">
            <a:avLst/>
          </a:prstGeom>
        </p:spPr>
      </p:pic>
      <p:grpSp>
        <p:nvGrpSpPr>
          <p:cNvPr id="11" name="Group 10">
            <a:extLst>
              <a:ext uri="{FF2B5EF4-FFF2-40B4-BE49-F238E27FC236}">
                <a16:creationId xmlns:a16="http://schemas.microsoft.com/office/drawing/2014/main" id="{1B5E71B3-7269-894E-A00B-31D341365F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4677439"/>
            <a:chOff x="10290315" y="0"/>
            <a:chExt cx="1901686" cy="4677439"/>
          </a:xfrm>
        </p:grpSpPr>
        <p:sp>
          <p:nvSpPr>
            <p:cNvPr id="12" name="Freeform 85">
              <a:extLst>
                <a:ext uri="{FF2B5EF4-FFF2-40B4-BE49-F238E27FC236}">
                  <a16:creationId xmlns:a16="http://schemas.microsoft.com/office/drawing/2014/main" id="{FFFA3A20-1539-CC4A-9BE1-7415FE5A98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87">
              <a:extLst>
                <a:ext uri="{FF2B5EF4-FFF2-40B4-BE49-F238E27FC236}">
                  <a16:creationId xmlns:a16="http://schemas.microsoft.com/office/drawing/2014/main" id="{44EBCCFB-8EAB-2442-8E02-293F08D50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89">
              <a:extLst>
                <a:ext uri="{FF2B5EF4-FFF2-40B4-BE49-F238E27FC236}">
                  <a16:creationId xmlns:a16="http://schemas.microsoft.com/office/drawing/2014/main" id="{AFD14830-CC36-D64E-8173-398042563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97">
              <a:extLst>
                <a:ext uri="{FF2B5EF4-FFF2-40B4-BE49-F238E27FC236}">
                  <a16:creationId xmlns:a16="http://schemas.microsoft.com/office/drawing/2014/main" id="{FAA40AB8-EB6E-A44D-B3CA-7D25B64F5A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17" name="Straight Connector 16">
            <a:extLst>
              <a:ext uri="{FF2B5EF4-FFF2-40B4-BE49-F238E27FC236}">
                <a16:creationId xmlns:a16="http://schemas.microsoft.com/office/drawing/2014/main" id="{A0A01F17-907D-3541-BBAF-A33828880DC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413356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14272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7F2E4D6-EF46-1C43-8F3E-3620C3C83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4DEAF3-CFEA-66BF-FF74-909ED84107AA}"/>
              </a:ext>
            </a:extLst>
          </p:cNvPr>
          <p:cNvSpPr>
            <a:spLocks noGrp="1"/>
          </p:cNvSpPr>
          <p:nvPr>
            <p:ph type="title"/>
          </p:nvPr>
        </p:nvSpPr>
        <p:spPr>
          <a:xfrm>
            <a:off x="565150" y="770889"/>
            <a:ext cx="4541445" cy="1587449"/>
          </a:xfrm>
        </p:spPr>
        <p:txBody>
          <a:bodyPr>
            <a:normAutofit/>
          </a:bodyPr>
          <a:lstStyle/>
          <a:p>
            <a:r>
              <a:rPr lang="en-US" dirty="0"/>
              <a:t>Popular time slots</a:t>
            </a:r>
            <a:endParaRPr lang="en-IN" dirty="0"/>
          </a:p>
        </p:txBody>
      </p:sp>
      <p:pic>
        <p:nvPicPr>
          <p:cNvPr id="5" name="Content Placeholder 4">
            <a:extLst>
              <a:ext uri="{FF2B5EF4-FFF2-40B4-BE49-F238E27FC236}">
                <a16:creationId xmlns:a16="http://schemas.microsoft.com/office/drawing/2014/main" id="{9E082705-F3A3-7EF4-4D51-A5B684466E53}"/>
              </a:ext>
            </a:extLst>
          </p:cNvPr>
          <p:cNvPicPr>
            <a:picLocks noChangeAspect="1"/>
          </p:cNvPicPr>
          <p:nvPr/>
        </p:nvPicPr>
        <p:blipFill>
          <a:blip r:embed="rId2"/>
          <a:stretch>
            <a:fillRect/>
          </a:stretch>
        </p:blipFill>
        <p:spPr>
          <a:xfrm>
            <a:off x="651489" y="2929003"/>
            <a:ext cx="10885620" cy="2715001"/>
          </a:xfrm>
          <a:prstGeom prst="rect">
            <a:avLst/>
          </a:prstGeom>
        </p:spPr>
      </p:pic>
      <p:grpSp>
        <p:nvGrpSpPr>
          <p:cNvPr id="14" name="Group 13">
            <a:extLst>
              <a:ext uri="{FF2B5EF4-FFF2-40B4-BE49-F238E27FC236}">
                <a16:creationId xmlns:a16="http://schemas.microsoft.com/office/drawing/2014/main" id="{05ADD15B-C747-D340-BF8A-A1DD2A6A93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4677439"/>
            <a:chOff x="10290315" y="0"/>
            <a:chExt cx="1901686" cy="4677439"/>
          </a:xfrm>
        </p:grpSpPr>
        <p:sp>
          <p:nvSpPr>
            <p:cNvPr id="15" name="Freeform 53">
              <a:extLst>
                <a:ext uri="{FF2B5EF4-FFF2-40B4-BE49-F238E27FC236}">
                  <a16:creationId xmlns:a16="http://schemas.microsoft.com/office/drawing/2014/main" id="{0B0B662E-0152-FD4E-B468-3F3593C151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55">
              <a:extLst>
                <a:ext uri="{FF2B5EF4-FFF2-40B4-BE49-F238E27FC236}">
                  <a16:creationId xmlns:a16="http://schemas.microsoft.com/office/drawing/2014/main" id="{81BFFC99-6B9D-F240-BD39-160F4C5735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57">
              <a:extLst>
                <a:ext uri="{FF2B5EF4-FFF2-40B4-BE49-F238E27FC236}">
                  <a16:creationId xmlns:a16="http://schemas.microsoft.com/office/drawing/2014/main" id="{4DC6AEB9-EEFF-D243-AEE2-42D0F9E53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58">
              <a:extLst>
                <a:ext uri="{FF2B5EF4-FFF2-40B4-BE49-F238E27FC236}">
                  <a16:creationId xmlns:a16="http://schemas.microsoft.com/office/drawing/2014/main" id="{D89DA958-651D-0049-A549-A9D22E4941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20" name="Straight Connector 19">
            <a:extLst>
              <a:ext uri="{FF2B5EF4-FFF2-40B4-BE49-F238E27FC236}">
                <a16:creationId xmlns:a16="http://schemas.microsoft.com/office/drawing/2014/main" id="{1FE039F1-6D47-C642-B506-452A83B0AB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32181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68E53-0DEB-823C-C848-FD29CAF08B37}"/>
              </a:ext>
            </a:extLst>
          </p:cNvPr>
          <p:cNvSpPr>
            <a:spLocks noGrp="1"/>
          </p:cNvSpPr>
          <p:nvPr>
            <p:ph type="title"/>
          </p:nvPr>
        </p:nvSpPr>
        <p:spPr>
          <a:xfrm>
            <a:off x="565150" y="770890"/>
            <a:ext cx="9226550" cy="537210"/>
          </a:xfrm>
        </p:spPr>
        <p:txBody>
          <a:bodyPr>
            <a:normAutofit/>
          </a:bodyPr>
          <a:lstStyle/>
          <a:p>
            <a:r>
              <a:rPr lang="en-US" sz="2800" dirty="0"/>
              <a:t>Discount to customers with low overall order values</a:t>
            </a:r>
            <a:endParaRPr lang="en-IN" sz="2800" dirty="0"/>
          </a:p>
        </p:txBody>
      </p:sp>
      <p:sp>
        <p:nvSpPr>
          <p:cNvPr id="3" name="Content Placeholder 2">
            <a:extLst>
              <a:ext uri="{FF2B5EF4-FFF2-40B4-BE49-F238E27FC236}">
                <a16:creationId xmlns:a16="http://schemas.microsoft.com/office/drawing/2014/main" id="{936D6F82-6873-F872-AD7A-B04826A5632D}"/>
              </a:ext>
            </a:extLst>
          </p:cNvPr>
          <p:cNvSpPr>
            <a:spLocks noGrp="1"/>
          </p:cNvSpPr>
          <p:nvPr>
            <p:ph idx="1"/>
          </p:nvPr>
        </p:nvSpPr>
        <p:spPr>
          <a:xfrm>
            <a:off x="565150" y="1308100"/>
            <a:ext cx="8985250" cy="4453128"/>
          </a:xfrm>
        </p:spPr>
        <p:txBody>
          <a:bodyPr>
            <a:normAutofit/>
          </a:bodyPr>
          <a:lstStyle/>
          <a:p>
            <a:pPr marL="0" indent="0">
              <a:buNone/>
            </a:pPr>
            <a:r>
              <a:rPr lang="en-US" sz="2000" dirty="0"/>
              <a:t>To boost sales, we will offer special discounts to customers whose total order value is below the overall average. A stored procedure will be executed to generate a list of these customers.</a:t>
            </a:r>
          </a:p>
          <a:p>
            <a:pPr marL="0" indent="0">
              <a:buNone/>
            </a:pPr>
            <a:r>
              <a:rPr lang="en-US" sz="2000" dirty="0"/>
              <a:t>A </a:t>
            </a:r>
            <a:r>
              <a:rPr lang="en-US" sz="2000" b="1" dirty="0"/>
              <a:t>Stored Procedure</a:t>
            </a:r>
            <a:r>
              <a:rPr lang="en-US" sz="2000" dirty="0"/>
              <a:t> is a </a:t>
            </a:r>
            <a:r>
              <a:rPr lang="en-US" sz="2000" b="1" dirty="0"/>
              <a:t>predefined, reusable set of SQL statements</a:t>
            </a:r>
            <a:r>
              <a:rPr lang="en-US" sz="2000" dirty="0"/>
              <a:t> that are stored in the database and executed as a single unit.</a:t>
            </a:r>
          </a:p>
          <a:p>
            <a:pPr marL="0" indent="0">
              <a:buNone/>
            </a:pPr>
            <a:r>
              <a:rPr lang="en-US" sz="2000" b="1" dirty="0"/>
              <a:t>Advantages:</a:t>
            </a:r>
          </a:p>
          <a:p>
            <a:r>
              <a:rPr lang="en-IN" sz="2000" dirty="0"/>
              <a:t>Reusability</a:t>
            </a:r>
            <a:endParaRPr lang="en-US" sz="2000" dirty="0"/>
          </a:p>
          <a:p>
            <a:r>
              <a:rPr lang="en-IN" sz="2000" dirty="0"/>
              <a:t>Improved Performance</a:t>
            </a:r>
            <a:endParaRPr lang="en-US" sz="2000" dirty="0"/>
          </a:p>
          <a:p>
            <a:r>
              <a:rPr lang="en-IN" sz="2000" dirty="0"/>
              <a:t>Improved Security</a:t>
            </a:r>
            <a:endParaRPr lang="en-US" sz="2000" dirty="0"/>
          </a:p>
        </p:txBody>
      </p:sp>
    </p:spTree>
    <p:extLst>
      <p:ext uri="{BB962C8B-B14F-4D97-AF65-F5344CB8AC3E}">
        <p14:creationId xmlns:p14="http://schemas.microsoft.com/office/powerpoint/2010/main" val="5416844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EB46B8FB-F6A2-5F47-A6CD-A7E17E6927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01388" y="0"/>
            <a:ext cx="5990612" cy="6858001"/>
            <a:chOff x="6201388" y="0"/>
            <a:chExt cx="5990612" cy="6858001"/>
          </a:xfrm>
        </p:grpSpPr>
        <p:sp>
          <p:nvSpPr>
            <p:cNvPr id="11" name="Oval 10">
              <a:extLst>
                <a:ext uri="{FF2B5EF4-FFF2-40B4-BE49-F238E27FC236}">
                  <a16:creationId xmlns:a16="http://schemas.microsoft.com/office/drawing/2014/main" id="{419BDE93-3EC2-4E4D-BC0B-417378F49E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46">
              <a:extLst>
                <a:ext uri="{FF2B5EF4-FFF2-40B4-BE49-F238E27FC236}">
                  <a16:creationId xmlns:a16="http://schemas.microsoft.com/office/drawing/2014/main" id="{FE21F82F-1EE5-8240-97F8-387DF0253F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48">
              <a:extLst>
                <a:ext uri="{FF2B5EF4-FFF2-40B4-BE49-F238E27FC236}">
                  <a16:creationId xmlns:a16="http://schemas.microsoft.com/office/drawing/2014/main" id="{AE1903E3-6B5F-6B4C-9A1F-62628A050A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Oval 13">
              <a:extLst>
                <a:ext uri="{FF2B5EF4-FFF2-40B4-BE49-F238E27FC236}">
                  <a16:creationId xmlns:a16="http://schemas.microsoft.com/office/drawing/2014/main" id="{F7C55863-3B37-0743-B001-1A970033FB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32B4C24-3A58-924C-B79A-D961EF7C2C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217788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21EF52E0-D2CF-544F-93A6-4D7B45A048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80636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63">
              <a:extLst>
                <a:ext uri="{FF2B5EF4-FFF2-40B4-BE49-F238E27FC236}">
                  <a16:creationId xmlns:a16="http://schemas.microsoft.com/office/drawing/2014/main" id="{6966CFE5-1C8C-2E4F-9B2D-A8438F5A53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64">
              <a:extLst>
                <a:ext uri="{FF2B5EF4-FFF2-40B4-BE49-F238E27FC236}">
                  <a16:creationId xmlns:a16="http://schemas.microsoft.com/office/drawing/2014/main" id="{9FD29EF3-A5B2-554A-A307-6BE1BCE8A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Oval 18">
              <a:extLst>
                <a:ext uri="{FF2B5EF4-FFF2-40B4-BE49-F238E27FC236}">
                  <a16:creationId xmlns:a16="http://schemas.microsoft.com/office/drawing/2014/main" id="{AC1ECAD8-0CF2-934D-AA1E-C108208CDE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492091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B14DED1-3A58-8C4D-902E-2A9F34043F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354939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65D65157-5719-0341-A807-A8956595FB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217788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A7F23F74-B777-2A4C-8EF9-E798880D59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70">
              <a:extLst>
                <a:ext uri="{FF2B5EF4-FFF2-40B4-BE49-F238E27FC236}">
                  <a16:creationId xmlns:a16="http://schemas.microsoft.com/office/drawing/2014/main" id="{E3B9A050-0AE1-1D4B-A2AC-6EEF64B106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71">
              <a:extLst>
                <a:ext uri="{FF2B5EF4-FFF2-40B4-BE49-F238E27FC236}">
                  <a16:creationId xmlns:a16="http://schemas.microsoft.com/office/drawing/2014/main" id="{C424FE38-F803-8D47-BF56-1B18EC2B1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Oval 24">
              <a:extLst>
                <a:ext uri="{FF2B5EF4-FFF2-40B4-BE49-F238E27FC236}">
                  <a16:creationId xmlns:a16="http://schemas.microsoft.com/office/drawing/2014/main" id="{E37187F2-9212-0641-97D0-1ACD50B748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492091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C760C651-2AC4-564E-BEAA-AB7FAFE7F7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58B0A1B8-5BA3-3548-9511-B4904D0526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75">
              <a:extLst>
                <a:ext uri="{FF2B5EF4-FFF2-40B4-BE49-F238E27FC236}">
                  <a16:creationId xmlns:a16="http://schemas.microsoft.com/office/drawing/2014/main" id="{424CD779-EE9A-214D-9488-767327E373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76">
              <a:extLst>
                <a:ext uri="{FF2B5EF4-FFF2-40B4-BE49-F238E27FC236}">
                  <a16:creationId xmlns:a16="http://schemas.microsoft.com/office/drawing/2014/main" id="{630D08C6-9EFB-8540-875F-2A55DED2A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77">
              <a:extLst>
                <a:ext uri="{FF2B5EF4-FFF2-40B4-BE49-F238E27FC236}">
                  <a16:creationId xmlns:a16="http://schemas.microsoft.com/office/drawing/2014/main" id="{D7E8DA86-1294-4641-9C52-6E15315064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78">
              <a:extLst>
                <a:ext uri="{FF2B5EF4-FFF2-40B4-BE49-F238E27FC236}">
                  <a16:creationId xmlns:a16="http://schemas.microsoft.com/office/drawing/2014/main" id="{011063C9-2A43-3348-A018-F27FACAA77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79">
              <a:extLst>
                <a:ext uri="{FF2B5EF4-FFF2-40B4-BE49-F238E27FC236}">
                  <a16:creationId xmlns:a16="http://schemas.microsoft.com/office/drawing/2014/main" id="{EE85C7DE-D965-244F-BD95-3A05FF4AAC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80">
              <a:extLst>
                <a:ext uri="{FF2B5EF4-FFF2-40B4-BE49-F238E27FC236}">
                  <a16:creationId xmlns:a16="http://schemas.microsoft.com/office/drawing/2014/main" id="{315A1389-149A-3342-A863-637D42FDB2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81">
              <a:extLst>
                <a:ext uri="{FF2B5EF4-FFF2-40B4-BE49-F238E27FC236}">
                  <a16:creationId xmlns:a16="http://schemas.microsoft.com/office/drawing/2014/main" id="{B149CC6F-B6C6-BE46-B451-1BF7D47A89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36" name="Straight Connector 35">
            <a:extLst>
              <a:ext uri="{FF2B5EF4-FFF2-40B4-BE49-F238E27FC236}">
                <a16:creationId xmlns:a16="http://schemas.microsoft.com/office/drawing/2014/main" id="{D33A3282-0389-C547-8CA6-7F3E7F27B3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useBgFill="1">
        <p:nvSpPr>
          <p:cNvPr id="38" name="Rectangle 37">
            <a:extLst>
              <a:ext uri="{FF2B5EF4-FFF2-40B4-BE49-F238E27FC236}">
                <a16:creationId xmlns:a16="http://schemas.microsoft.com/office/drawing/2014/main" id="{4EFE82FE-7465-AE46-88DF-34D347E83B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6FCD98-2D32-B53F-5D85-976966624F9F}"/>
              </a:ext>
            </a:extLst>
          </p:cNvPr>
          <p:cNvSpPr>
            <a:spLocks noGrp="1"/>
          </p:cNvSpPr>
          <p:nvPr>
            <p:ph type="title"/>
          </p:nvPr>
        </p:nvSpPr>
        <p:spPr>
          <a:xfrm>
            <a:off x="566924" y="765768"/>
            <a:ext cx="6402597" cy="1063244"/>
          </a:xfrm>
        </p:spPr>
        <p:txBody>
          <a:bodyPr vert="horz" lIns="91440" tIns="45720" rIns="91440" bIns="45720" rtlCol="0" anchor="t">
            <a:normAutofit/>
          </a:bodyPr>
          <a:lstStyle/>
          <a:p>
            <a:pPr>
              <a:lnSpc>
                <a:spcPct val="90000"/>
              </a:lnSpc>
            </a:pPr>
            <a:r>
              <a:rPr kumimoji="0" lang="en-US" sz="3400" u="none" strike="noStrike" cap="none" spc="0" normalizeH="0" baseline="0" noProof="0">
                <a:ln>
                  <a:noFill/>
                </a:ln>
                <a:effectLst/>
                <a:uLnTx/>
                <a:uFillTx/>
              </a:rPr>
              <a:t>Discount to customers with low overall order values</a:t>
            </a:r>
            <a:endParaRPr lang="en-US" sz="3400"/>
          </a:p>
        </p:txBody>
      </p:sp>
      <p:grpSp>
        <p:nvGrpSpPr>
          <p:cNvPr id="40" name="Group 39">
            <a:extLst>
              <a:ext uri="{FF2B5EF4-FFF2-40B4-BE49-F238E27FC236}">
                <a16:creationId xmlns:a16="http://schemas.microsoft.com/office/drawing/2014/main" id="{BCFFF971-DAC9-F44B-9F22-4B030B6B61B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4677439"/>
            <a:chOff x="10290315" y="0"/>
            <a:chExt cx="1901686" cy="4677439"/>
          </a:xfrm>
        </p:grpSpPr>
        <p:sp>
          <p:nvSpPr>
            <p:cNvPr id="41" name="Freeform 39">
              <a:extLst>
                <a:ext uri="{FF2B5EF4-FFF2-40B4-BE49-F238E27FC236}">
                  <a16:creationId xmlns:a16="http://schemas.microsoft.com/office/drawing/2014/main" id="{2E3E7145-2B02-8142-A82F-FFCA717D61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41">
              <a:extLst>
                <a:ext uri="{FF2B5EF4-FFF2-40B4-BE49-F238E27FC236}">
                  <a16:creationId xmlns:a16="http://schemas.microsoft.com/office/drawing/2014/main" id="{33EA453D-E925-4C4C-A1E9-D54E82602D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43">
              <a:extLst>
                <a:ext uri="{FF2B5EF4-FFF2-40B4-BE49-F238E27FC236}">
                  <a16:creationId xmlns:a16="http://schemas.microsoft.com/office/drawing/2014/main" id="{CBA4AF6C-8831-A34A-91A3-CC6ED3566B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44">
              <a:extLst>
                <a:ext uri="{FF2B5EF4-FFF2-40B4-BE49-F238E27FC236}">
                  <a16:creationId xmlns:a16="http://schemas.microsoft.com/office/drawing/2014/main" id="{8B12A352-6C2B-B94E-82E0-45D881BB7C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5" name="Content Placeholder 4">
            <a:extLst>
              <a:ext uri="{FF2B5EF4-FFF2-40B4-BE49-F238E27FC236}">
                <a16:creationId xmlns:a16="http://schemas.microsoft.com/office/drawing/2014/main" id="{4F1D2B86-8A7C-6748-F465-C14B911BB493}"/>
              </a:ext>
            </a:extLst>
          </p:cNvPr>
          <p:cNvPicPr>
            <a:picLocks noGrp="1" noChangeAspect="1"/>
          </p:cNvPicPr>
          <p:nvPr>
            <p:ph idx="1"/>
          </p:nvPr>
        </p:nvPicPr>
        <p:blipFill>
          <a:blip r:embed="rId2"/>
          <a:stretch>
            <a:fillRect/>
          </a:stretch>
        </p:blipFill>
        <p:spPr>
          <a:xfrm>
            <a:off x="1720370" y="2169236"/>
            <a:ext cx="8747857" cy="3712134"/>
          </a:xfrm>
          <a:prstGeom prst="rect">
            <a:avLst/>
          </a:prstGeom>
        </p:spPr>
      </p:pic>
      <p:cxnSp>
        <p:nvCxnSpPr>
          <p:cNvPr id="46" name="Straight Connector 45">
            <a:extLst>
              <a:ext uri="{FF2B5EF4-FFF2-40B4-BE49-F238E27FC236}">
                <a16:creationId xmlns:a16="http://schemas.microsoft.com/office/drawing/2014/main" id="{51D4F49C-5EE1-6C4F-858E-AE02CC2CD5B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94968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B0778-F015-9593-05ED-20BAC3F26759}"/>
              </a:ext>
            </a:extLst>
          </p:cNvPr>
          <p:cNvSpPr>
            <a:spLocks noGrp="1"/>
          </p:cNvSpPr>
          <p:nvPr>
            <p:ph type="title"/>
          </p:nvPr>
        </p:nvSpPr>
        <p:spPr>
          <a:xfrm>
            <a:off x="562851" y="521462"/>
            <a:ext cx="11195050" cy="575310"/>
          </a:xfrm>
        </p:spPr>
        <p:txBody>
          <a:bodyPr>
            <a:normAutofit fontScale="90000"/>
          </a:bodyPr>
          <a:lstStyle/>
          <a:p>
            <a:pPr algn="ctr"/>
            <a:r>
              <a:rPr lang="en-US" sz="3600" dirty="0"/>
              <a:t>Most popular and least popular restaurants</a:t>
            </a:r>
            <a:br>
              <a:rPr lang="en-US" dirty="0"/>
            </a:br>
            <a:endParaRPr lang="en-IN" dirty="0"/>
          </a:p>
        </p:txBody>
      </p:sp>
      <p:sp>
        <p:nvSpPr>
          <p:cNvPr id="3" name="Content Placeholder 2">
            <a:extLst>
              <a:ext uri="{FF2B5EF4-FFF2-40B4-BE49-F238E27FC236}">
                <a16:creationId xmlns:a16="http://schemas.microsoft.com/office/drawing/2014/main" id="{C8A7FBF7-83CA-EDE3-0B7A-CA3E7B0FBF2D}"/>
              </a:ext>
            </a:extLst>
          </p:cNvPr>
          <p:cNvSpPr>
            <a:spLocks noGrp="1"/>
          </p:cNvSpPr>
          <p:nvPr>
            <p:ph sz="half" idx="1"/>
          </p:nvPr>
        </p:nvSpPr>
        <p:spPr>
          <a:xfrm>
            <a:off x="562851" y="1193801"/>
            <a:ext cx="5239512" cy="4567428"/>
          </a:xfrm>
        </p:spPr>
        <p:txBody>
          <a:bodyPr/>
          <a:lstStyle/>
          <a:p>
            <a:pPr marL="0" indent="0" algn="ctr">
              <a:buNone/>
            </a:pPr>
            <a:r>
              <a:rPr lang="en-US" dirty="0"/>
              <a:t>Most popular restaurants</a:t>
            </a:r>
            <a:endParaRPr lang="en-IN" dirty="0"/>
          </a:p>
        </p:txBody>
      </p:sp>
      <p:sp>
        <p:nvSpPr>
          <p:cNvPr id="4" name="Content Placeholder 3">
            <a:extLst>
              <a:ext uri="{FF2B5EF4-FFF2-40B4-BE49-F238E27FC236}">
                <a16:creationId xmlns:a16="http://schemas.microsoft.com/office/drawing/2014/main" id="{7F5D50F5-6EEB-012F-43C0-2025FE286A8F}"/>
              </a:ext>
            </a:extLst>
          </p:cNvPr>
          <p:cNvSpPr>
            <a:spLocks noGrp="1"/>
          </p:cNvSpPr>
          <p:nvPr>
            <p:ph sz="half" idx="2"/>
          </p:nvPr>
        </p:nvSpPr>
        <p:spPr>
          <a:xfrm>
            <a:off x="6389638" y="1193801"/>
            <a:ext cx="5239512" cy="4567428"/>
          </a:xfrm>
        </p:spPr>
        <p:txBody>
          <a:bodyPr/>
          <a:lstStyle/>
          <a:p>
            <a:pPr marL="0" indent="0" algn="ctr">
              <a:buNone/>
            </a:pPr>
            <a:r>
              <a:rPr lang="en-US" dirty="0"/>
              <a:t>Least popular restaurants</a:t>
            </a:r>
            <a:endParaRPr lang="en-IN" dirty="0"/>
          </a:p>
        </p:txBody>
      </p:sp>
      <p:pic>
        <p:nvPicPr>
          <p:cNvPr id="7" name="Picture 6">
            <a:extLst>
              <a:ext uri="{FF2B5EF4-FFF2-40B4-BE49-F238E27FC236}">
                <a16:creationId xmlns:a16="http://schemas.microsoft.com/office/drawing/2014/main" id="{7239D2C4-D7AD-1B11-D495-E0694DDDB737}"/>
              </a:ext>
            </a:extLst>
          </p:cNvPr>
          <p:cNvPicPr>
            <a:picLocks noChangeAspect="1"/>
          </p:cNvPicPr>
          <p:nvPr/>
        </p:nvPicPr>
        <p:blipFill>
          <a:blip r:embed="rId2"/>
          <a:stretch>
            <a:fillRect/>
          </a:stretch>
        </p:blipFill>
        <p:spPr>
          <a:xfrm>
            <a:off x="6508805" y="1911484"/>
            <a:ext cx="5010095" cy="3473316"/>
          </a:xfrm>
          <a:prstGeom prst="rect">
            <a:avLst/>
          </a:prstGeom>
          <a:ln>
            <a:solidFill>
              <a:schemeClr val="tx1"/>
            </a:solidFill>
          </a:ln>
        </p:spPr>
      </p:pic>
      <p:pic>
        <p:nvPicPr>
          <p:cNvPr id="9" name="Picture 8">
            <a:extLst>
              <a:ext uri="{FF2B5EF4-FFF2-40B4-BE49-F238E27FC236}">
                <a16:creationId xmlns:a16="http://schemas.microsoft.com/office/drawing/2014/main" id="{6515D74E-6E9E-471A-82E2-B0D325511844}"/>
              </a:ext>
            </a:extLst>
          </p:cNvPr>
          <p:cNvPicPr>
            <a:picLocks noChangeAspect="1"/>
          </p:cNvPicPr>
          <p:nvPr/>
        </p:nvPicPr>
        <p:blipFill>
          <a:blip r:embed="rId3"/>
          <a:stretch>
            <a:fillRect/>
          </a:stretch>
        </p:blipFill>
        <p:spPr>
          <a:xfrm>
            <a:off x="673101" y="1911484"/>
            <a:ext cx="5184388" cy="3473316"/>
          </a:xfrm>
          <a:prstGeom prst="rect">
            <a:avLst/>
          </a:prstGeom>
          <a:ln>
            <a:solidFill>
              <a:schemeClr val="tx1"/>
            </a:solidFill>
          </a:ln>
        </p:spPr>
      </p:pic>
    </p:spTree>
    <p:extLst>
      <p:ext uri="{BB962C8B-B14F-4D97-AF65-F5344CB8AC3E}">
        <p14:creationId xmlns:p14="http://schemas.microsoft.com/office/powerpoint/2010/main" val="32197818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EFE82FE-7465-AE46-88DF-34D347E83B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690EA0-4655-5027-DDBF-9571CEEAF767}"/>
              </a:ext>
            </a:extLst>
          </p:cNvPr>
          <p:cNvSpPr>
            <a:spLocks noGrp="1"/>
          </p:cNvSpPr>
          <p:nvPr>
            <p:ph type="title"/>
          </p:nvPr>
        </p:nvSpPr>
        <p:spPr>
          <a:xfrm>
            <a:off x="565151" y="770890"/>
            <a:ext cx="4133559" cy="1268984"/>
          </a:xfrm>
        </p:spPr>
        <p:txBody>
          <a:bodyPr>
            <a:normAutofit/>
          </a:bodyPr>
          <a:lstStyle/>
          <a:p>
            <a:pPr>
              <a:lnSpc>
                <a:spcPct val="90000"/>
              </a:lnSpc>
            </a:pPr>
            <a:r>
              <a:rPr kumimoji="0" lang="en-US" sz="2800" b="1" i="0" u="none" strike="noStrike" kern="1200" cap="none" spc="0" normalizeH="0" baseline="0" noProof="0">
                <a:ln>
                  <a:noFill/>
                </a:ln>
                <a:effectLst/>
                <a:uLnTx/>
                <a:uFillTx/>
                <a:latin typeface="Neue Haas Grotesk Text Pro"/>
                <a:ea typeface="+mj-ea"/>
                <a:cs typeface="+mj-cs"/>
              </a:rPr>
              <a:t>Most popular and least popular restaurants</a:t>
            </a:r>
            <a:endParaRPr lang="en-IN" sz="2800"/>
          </a:p>
        </p:txBody>
      </p:sp>
      <p:sp>
        <p:nvSpPr>
          <p:cNvPr id="3" name="Content Placeholder 2">
            <a:extLst>
              <a:ext uri="{FF2B5EF4-FFF2-40B4-BE49-F238E27FC236}">
                <a16:creationId xmlns:a16="http://schemas.microsoft.com/office/drawing/2014/main" id="{98B469F8-D80F-3A12-8047-4F002A725D06}"/>
              </a:ext>
            </a:extLst>
          </p:cNvPr>
          <p:cNvSpPr>
            <a:spLocks noGrp="1"/>
          </p:cNvSpPr>
          <p:nvPr>
            <p:ph idx="1"/>
          </p:nvPr>
        </p:nvSpPr>
        <p:spPr>
          <a:xfrm>
            <a:off x="565151" y="2160016"/>
            <a:ext cx="4133559" cy="3601212"/>
          </a:xfrm>
        </p:spPr>
        <p:txBody>
          <a:bodyPr>
            <a:normAutofit/>
          </a:bodyPr>
          <a:lstStyle/>
          <a:p>
            <a:pPr marL="0" indent="0">
              <a:buNone/>
            </a:pPr>
            <a:r>
              <a:rPr lang="en-US" dirty="0"/>
              <a:t>Based on Number of orders, Masala library and Bademia has the highest number of orders and Truffles and Empire restaurant café has the least number of orders</a:t>
            </a:r>
            <a:endParaRPr lang="en-IN" dirty="0"/>
          </a:p>
        </p:txBody>
      </p:sp>
      <p:pic>
        <p:nvPicPr>
          <p:cNvPr id="5" name="Picture 4">
            <a:extLst>
              <a:ext uri="{FF2B5EF4-FFF2-40B4-BE49-F238E27FC236}">
                <a16:creationId xmlns:a16="http://schemas.microsoft.com/office/drawing/2014/main" id="{43EA1950-913F-F458-4292-46330478EBE4}"/>
              </a:ext>
            </a:extLst>
          </p:cNvPr>
          <p:cNvPicPr>
            <a:picLocks noChangeAspect="1"/>
          </p:cNvPicPr>
          <p:nvPr/>
        </p:nvPicPr>
        <p:blipFill>
          <a:blip r:embed="rId2"/>
          <a:stretch>
            <a:fillRect/>
          </a:stretch>
        </p:blipFill>
        <p:spPr>
          <a:xfrm>
            <a:off x="5106596" y="1840939"/>
            <a:ext cx="6430513" cy="3167470"/>
          </a:xfrm>
          <a:prstGeom prst="rect">
            <a:avLst/>
          </a:prstGeom>
        </p:spPr>
      </p:pic>
      <p:grpSp>
        <p:nvGrpSpPr>
          <p:cNvPr id="12" name="Group 11">
            <a:extLst>
              <a:ext uri="{FF2B5EF4-FFF2-40B4-BE49-F238E27FC236}">
                <a16:creationId xmlns:a16="http://schemas.microsoft.com/office/drawing/2014/main" id="{1B5E71B3-7269-894E-A00B-31D341365F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4677439"/>
            <a:chOff x="10290315" y="0"/>
            <a:chExt cx="1901686" cy="4677439"/>
          </a:xfrm>
        </p:grpSpPr>
        <p:sp>
          <p:nvSpPr>
            <p:cNvPr id="13" name="Freeform 85">
              <a:extLst>
                <a:ext uri="{FF2B5EF4-FFF2-40B4-BE49-F238E27FC236}">
                  <a16:creationId xmlns:a16="http://schemas.microsoft.com/office/drawing/2014/main" id="{FFFA3A20-1539-CC4A-9BE1-7415FE5A98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87">
              <a:extLst>
                <a:ext uri="{FF2B5EF4-FFF2-40B4-BE49-F238E27FC236}">
                  <a16:creationId xmlns:a16="http://schemas.microsoft.com/office/drawing/2014/main" id="{44EBCCFB-8EAB-2442-8E02-293F08D50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89">
              <a:extLst>
                <a:ext uri="{FF2B5EF4-FFF2-40B4-BE49-F238E27FC236}">
                  <a16:creationId xmlns:a16="http://schemas.microsoft.com/office/drawing/2014/main" id="{AFD14830-CC36-D64E-8173-398042563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97">
              <a:extLst>
                <a:ext uri="{FF2B5EF4-FFF2-40B4-BE49-F238E27FC236}">
                  <a16:creationId xmlns:a16="http://schemas.microsoft.com/office/drawing/2014/main" id="{FAA40AB8-EB6E-A44D-B3CA-7D25B64F5A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18" name="Straight Connector 17">
            <a:extLst>
              <a:ext uri="{FF2B5EF4-FFF2-40B4-BE49-F238E27FC236}">
                <a16:creationId xmlns:a16="http://schemas.microsoft.com/office/drawing/2014/main" id="{A0A01F17-907D-3541-BBAF-A33828880DC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413356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32312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4EFE82FE-7465-AE46-88DF-34D347E83B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F99C3B-EA92-CF7D-76DB-B53F044F2F86}"/>
              </a:ext>
            </a:extLst>
          </p:cNvPr>
          <p:cNvSpPr>
            <a:spLocks noGrp="1"/>
          </p:cNvSpPr>
          <p:nvPr>
            <p:ph type="title"/>
          </p:nvPr>
        </p:nvSpPr>
        <p:spPr>
          <a:xfrm>
            <a:off x="565151" y="770890"/>
            <a:ext cx="4133559" cy="1268984"/>
          </a:xfrm>
        </p:spPr>
        <p:txBody>
          <a:bodyPr>
            <a:normAutofit/>
          </a:bodyPr>
          <a:lstStyle/>
          <a:p>
            <a:pPr>
              <a:lnSpc>
                <a:spcPct val="90000"/>
              </a:lnSpc>
            </a:pPr>
            <a:r>
              <a:rPr lang="en-US"/>
              <a:t>City wise sales analysis</a:t>
            </a:r>
            <a:endParaRPr lang="en-IN"/>
          </a:p>
        </p:txBody>
      </p:sp>
      <p:sp>
        <p:nvSpPr>
          <p:cNvPr id="3" name="Content Placeholder 2">
            <a:extLst>
              <a:ext uri="{FF2B5EF4-FFF2-40B4-BE49-F238E27FC236}">
                <a16:creationId xmlns:a16="http://schemas.microsoft.com/office/drawing/2014/main" id="{2A72A58E-9521-9F98-CECF-323782987EFE}"/>
              </a:ext>
            </a:extLst>
          </p:cNvPr>
          <p:cNvSpPr>
            <a:spLocks noGrp="1"/>
          </p:cNvSpPr>
          <p:nvPr>
            <p:ph idx="1"/>
          </p:nvPr>
        </p:nvSpPr>
        <p:spPr>
          <a:xfrm>
            <a:off x="565151" y="2160016"/>
            <a:ext cx="4133559" cy="3601212"/>
          </a:xfrm>
        </p:spPr>
        <p:txBody>
          <a:bodyPr>
            <a:normAutofit/>
          </a:bodyPr>
          <a:lstStyle/>
          <a:p>
            <a:r>
              <a:rPr lang="en-US" dirty="0"/>
              <a:t>Mumbai records the highest number of orders compared to other cities.</a:t>
            </a:r>
          </a:p>
          <a:p>
            <a:r>
              <a:rPr lang="en-US" dirty="0"/>
              <a:t>While Chennai and Hyderabad have relatively lower order volumes.</a:t>
            </a:r>
          </a:p>
          <a:p>
            <a:endParaRPr lang="en-IN" dirty="0"/>
          </a:p>
        </p:txBody>
      </p:sp>
      <p:pic>
        <p:nvPicPr>
          <p:cNvPr id="5" name="Picture 4">
            <a:extLst>
              <a:ext uri="{FF2B5EF4-FFF2-40B4-BE49-F238E27FC236}">
                <a16:creationId xmlns:a16="http://schemas.microsoft.com/office/drawing/2014/main" id="{4B693283-F6AC-7217-8CB8-C70CCB6890D8}"/>
              </a:ext>
            </a:extLst>
          </p:cNvPr>
          <p:cNvPicPr>
            <a:picLocks noChangeAspect="1"/>
          </p:cNvPicPr>
          <p:nvPr/>
        </p:nvPicPr>
        <p:blipFill>
          <a:blip r:embed="rId2"/>
          <a:stretch>
            <a:fillRect/>
          </a:stretch>
        </p:blipFill>
        <p:spPr>
          <a:xfrm>
            <a:off x="5106596" y="1492100"/>
            <a:ext cx="6430513" cy="3865149"/>
          </a:xfrm>
          <a:prstGeom prst="rect">
            <a:avLst/>
          </a:prstGeom>
        </p:spPr>
      </p:pic>
      <p:grpSp>
        <p:nvGrpSpPr>
          <p:cNvPr id="25" name="Group 24">
            <a:extLst>
              <a:ext uri="{FF2B5EF4-FFF2-40B4-BE49-F238E27FC236}">
                <a16:creationId xmlns:a16="http://schemas.microsoft.com/office/drawing/2014/main" id="{1B5E71B3-7269-894E-A00B-31D341365F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4677439"/>
            <a:chOff x="10290315" y="0"/>
            <a:chExt cx="1901686" cy="4677439"/>
          </a:xfrm>
        </p:grpSpPr>
        <p:sp>
          <p:nvSpPr>
            <p:cNvPr id="26" name="Freeform 85">
              <a:extLst>
                <a:ext uri="{FF2B5EF4-FFF2-40B4-BE49-F238E27FC236}">
                  <a16:creationId xmlns:a16="http://schemas.microsoft.com/office/drawing/2014/main" id="{FFFA3A20-1539-CC4A-9BE1-7415FE5A98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Freeform 87">
              <a:extLst>
                <a:ext uri="{FF2B5EF4-FFF2-40B4-BE49-F238E27FC236}">
                  <a16:creationId xmlns:a16="http://schemas.microsoft.com/office/drawing/2014/main" id="{44EBCCFB-8EAB-2442-8E02-293F08D50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89">
              <a:extLst>
                <a:ext uri="{FF2B5EF4-FFF2-40B4-BE49-F238E27FC236}">
                  <a16:creationId xmlns:a16="http://schemas.microsoft.com/office/drawing/2014/main" id="{AFD14830-CC36-D64E-8173-398042563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97">
              <a:extLst>
                <a:ext uri="{FF2B5EF4-FFF2-40B4-BE49-F238E27FC236}">
                  <a16:creationId xmlns:a16="http://schemas.microsoft.com/office/drawing/2014/main" id="{FAA40AB8-EB6E-A44D-B3CA-7D25B64F5A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31" name="Straight Connector 30">
            <a:extLst>
              <a:ext uri="{FF2B5EF4-FFF2-40B4-BE49-F238E27FC236}">
                <a16:creationId xmlns:a16="http://schemas.microsoft.com/office/drawing/2014/main" id="{A0A01F17-907D-3541-BBAF-A33828880DC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413356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20072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7F2E4D6-EF46-1C43-8F3E-3620C3C83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4ACA6C-7DA9-5C6F-3C79-BDCBF41C178D}"/>
              </a:ext>
            </a:extLst>
          </p:cNvPr>
          <p:cNvSpPr>
            <a:spLocks noGrp="1"/>
          </p:cNvSpPr>
          <p:nvPr>
            <p:ph type="title"/>
          </p:nvPr>
        </p:nvSpPr>
        <p:spPr>
          <a:xfrm>
            <a:off x="565150" y="770890"/>
            <a:ext cx="4134538" cy="3927094"/>
          </a:xfrm>
        </p:spPr>
        <p:txBody>
          <a:bodyPr>
            <a:normAutofit/>
          </a:bodyPr>
          <a:lstStyle/>
          <a:p>
            <a:r>
              <a:rPr lang="en-US" dirty="0"/>
              <a:t>City wise sales analysis</a:t>
            </a:r>
            <a:endParaRPr lang="en-IN" dirty="0"/>
          </a:p>
        </p:txBody>
      </p:sp>
      <p:pic>
        <p:nvPicPr>
          <p:cNvPr id="5" name="Content Placeholder 4">
            <a:extLst>
              <a:ext uri="{FF2B5EF4-FFF2-40B4-BE49-F238E27FC236}">
                <a16:creationId xmlns:a16="http://schemas.microsoft.com/office/drawing/2014/main" id="{B2E6C22D-7941-6C2C-A1A0-88F57E250CBC}"/>
              </a:ext>
            </a:extLst>
          </p:cNvPr>
          <p:cNvPicPr>
            <a:picLocks noChangeAspect="1"/>
          </p:cNvPicPr>
          <p:nvPr/>
        </p:nvPicPr>
        <p:blipFill>
          <a:blip r:embed="rId2"/>
          <a:stretch>
            <a:fillRect/>
          </a:stretch>
        </p:blipFill>
        <p:spPr>
          <a:xfrm>
            <a:off x="1854200" y="2749237"/>
            <a:ext cx="7797800" cy="2229163"/>
          </a:xfrm>
          <a:prstGeom prst="rect">
            <a:avLst/>
          </a:prstGeom>
        </p:spPr>
      </p:pic>
      <p:grpSp>
        <p:nvGrpSpPr>
          <p:cNvPr id="14" name="Group 13">
            <a:extLst>
              <a:ext uri="{FF2B5EF4-FFF2-40B4-BE49-F238E27FC236}">
                <a16:creationId xmlns:a16="http://schemas.microsoft.com/office/drawing/2014/main" id="{05ADD15B-C747-D340-BF8A-A1DD2A6A93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4677439"/>
            <a:chOff x="10290315" y="0"/>
            <a:chExt cx="1901686" cy="4677439"/>
          </a:xfrm>
        </p:grpSpPr>
        <p:sp>
          <p:nvSpPr>
            <p:cNvPr id="15" name="Freeform 53">
              <a:extLst>
                <a:ext uri="{FF2B5EF4-FFF2-40B4-BE49-F238E27FC236}">
                  <a16:creationId xmlns:a16="http://schemas.microsoft.com/office/drawing/2014/main" id="{0B0B662E-0152-FD4E-B468-3F3593C151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55">
              <a:extLst>
                <a:ext uri="{FF2B5EF4-FFF2-40B4-BE49-F238E27FC236}">
                  <a16:creationId xmlns:a16="http://schemas.microsoft.com/office/drawing/2014/main" id="{81BFFC99-6B9D-F240-BD39-160F4C5735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57">
              <a:extLst>
                <a:ext uri="{FF2B5EF4-FFF2-40B4-BE49-F238E27FC236}">
                  <a16:creationId xmlns:a16="http://schemas.microsoft.com/office/drawing/2014/main" id="{4DC6AEB9-EEFF-D243-AEE2-42D0F9E53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58">
              <a:extLst>
                <a:ext uri="{FF2B5EF4-FFF2-40B4-BE49-F238E27FC236}">
                  <a16:creationId xmlns:a16="http://schemas.microsoft.com/office/drawing/2014/main" id="{D89DA958-651D-0049-A549-A9D22E4941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20" name="Straight Connector 19">
            <a:extLst>
              <a:ext uri="{FF2B5EF4-FFF2-40B4-BE49-F238E27FC236}">
                <a16:creationId xmlns:a16="http://schemas.microsoft.com/office/drawing/2014/main" id="{1FE039F1-6D47-C642-B506-452A83B0AB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35729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EB46B8FB-F6A2-5F47-A6CD-A7E17E6927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01388" y="0"/>
            <a:ext cx="5990612" cy="6858001"/>
            <a:chOff x="6201388" y="0"/>
            <a:chExt cx="5990612" cy="6858001"/>
          </a:xfrm>
        </p:grpSpPr>
        <p:sp>
          <p:nvSpPr>
            <p:cNvPr id="24" name="Oval 23">
              <a:extLst>
                <a:ext uri="{FF2B5EF4-FFF2-40B4-BE49-F238E27FC236}">
                  <a16:creationId xmlns:a16="http://schemas.microsoft.com/office/drawing/2014/main" id="{419BDE93-3EC2-4E4D-BC0B-417378F49E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46">
              <a:extLst>
                <a:ext uri="{FF2B5EF4-FFF2-40B4-BE49-F238E27FC236}">
                  <a16:creationId xmlns:a16="http://schemas.microsoft.com/office/drawing/2014/main" id="{FE21F82F-1EE5-8240-97F8-387DF0253F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48">
              <a:extLst>
                <a:ext uri="{FF2B5EF4-FFF2-40B4-BE49-F238E27FC236}">
                  <a16:creationId xmlns:a16="http://schemas.microsoft.com/office/drawing/2014/main" id="{AE1903E3-6B5F-6B4C-9A1F-62628A050A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Oval 26">
              <a:extLst>
                <a:ext uri="{FF2B5EF4-FFF2-40B4-BE49-F238E27FC236}">
                  <a16:creationId xmlns:a16="http://schemas.microsoft.com/office/drawing/2014/main" id="{F7C55863-3B37-0743-B001-1A970033FB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932B4C24-3A58-924C-B79A-D961EF7C2C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217788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21EF52E0-D2CF-544F-93A6-4D7B45A048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80636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63">
              <a:extLst>
                <a:ext uri="{FF2B5EF4-FFF2-40B4-BE49-F238E27FC236}">
                  <a16:creationId xmlns:a16="http://schemas.microsoft.com/office/drawing/2014/main" id="{6966CFE5-1C8C-2E4F-9B2D-A8438F5A53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64">
              <a:extLst>
                <a:ext uri="{FF2B5EF4-FFF2-40B4-BE49-F238E27FC236}">
                  <a16:creationId xmlns:a16="http://schemas.microsoft.com/office/drawing/2014/main" id="{9FD29EF3-A5B2-554A-A307-6BE1BCE8A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Oval 31">
              <a:extLst>
                <a:ext uri="{FF2B5EF4-FFF2-40B4-BE49-F238E27FC236}">
                  <a16:creationId xmlns:a16="http://schemas.microsoft.com/office/drawing/2014/main" id="{AC1ECAD8-0CF2-934D-AA1E-C108208CDE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492091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DB14DED1-3A58-8C4D-902E-2A9F34043F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354939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65D65157-5719-0341-A807-A8956595FB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217788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A7F23F74-B777-2A4C-8EF9-E798880D59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70">
              <a:extLst>
                <a:ext uri="{FF2B5EF4-FFF2-40B4-BE49-F238E27FC236}">
                  <a16:creationId xmlns:a16="http://schemas.microsoft.com/office/drawing/2014/main" id="{E3B9A050-0AE1-1D4B-A2AC-6EEF64B106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Freeform 71">
              <a:extLst>
                <a:ext uri="{FF2B5EF4-FFF2-40B4-BE49-F238E27FC236}">
                  <a16:creationId xmlns:a16="http://schemas.microsoft.com/office/drawing/2014/main" id="{C424FE38-F803-8D47-BF56-1B18EC2B1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 name="Oval 37">
              <a:extLst>
                <a:ext uri="{FF2B5EF4-FFF2-40B4-BE49-F238E27FC236}">
                  <a16:creationId xmlns:a16="http://schemas.microsoft.com/office/drawing/2014/main" id="{E37187F2-9212-0641-97D0-1ACD50B748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492091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C760C651-2AC4-564E-BEAA-AB7FAFE7F7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58B0A1B8-5BA3-3548-9511-B4904D0526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75">
              <a:extLst>
                <a:ext uri="{FF2B5EF4-FFF2-40B4-BE49-F238E27FC236}">
                  <a16:creationId xmlns:a16="http://schemas.microsoft.com/office/drawing/2014/main" id="{424CD779-EE9A-214D-9488-767327E373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76">
              <a:extLst>
                <a:ext uri="{FF2B5EF4-FFF2-40B4-BE49-F238E27FC236}">
                  <a16:creationId xmlns:a16="http://schemas.microsoft.com/office/drawing/2014/main" id="{630D08C6-9EFB-8540-875F-2A55DED2A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77">
              <a:extLst>
                <a:ext uri="{FF2B5EF4-FFF2-40B4-BE49-F238E27FC236}">
                  <a16:creationId xmlns:a16="http://schemas.microsoft.com/office/drawing/2014/main" id="{D7E8DA86-1294-4641-9C52-6E15315064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78">
              <a:extLst>
                <a:ext uri="{FF2B5EF4-FFF2-40B4-BE49-F238E27FC236}">
                  <a16:creationId xmlns:a16="http://schemas.microsoft.com/office/drawing/2014/main" id="{011063C9-2A43-3348-A018-F27FACAA77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5" name="Freeform 79">
              <a:extLst>
                <a:ext uri="{FF2B5EF4-FFF2-40B4-BE49-F238E27FC236}">
                  <a16:creationId xmlns:a16="http://schemas.microsoft.com/office/drawing/2014/main" id="{EE85C7DE-D965-244F-BD95-3A05FF4AAC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6" name="Freeform 80">
              <a:extLst>
                <a:ext uri="{FF2B5EF4-FFF2-40B4-BE49-F238E27FC236}">
                  <a16:creationId xmlns:a16="http://schemas.microsoft.com/office/drawing/2014/main" id="{315A1389-149A-3342-A863-637D42FDB2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Freeform 81">
              <a:extLst>
                <a:ext uri="{FF2B5EF4-FFF2-40B4-BE49-F238E27FC236}">
                  <a16:creationId xmlns:a16="http://schemas.microsoft.com/office/drawing/2014/main" id="{B149CC6F-B6C6-BE46-B451-1BF7D47A89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49" name="Straight Connector 48">
            <a:extLst>
              <a:ext uri="{FF2B5EF4-FFF2-40B4-BE49-F238E27FC236}">
                <a16:creationId xmlns:a16="http://schemas.microsoft.com/office/drawing/2014/main" id="{D33A3282-0389-C547-8CA6-7F3E7F27B3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useBgFill="1">
        <p:nvSpPr>
          <p:cNvPr id="51" name="Rectangle 50">
            <a:extLst>
              <a:ext uri="{FF2B5EF4-FFF2-40B4-BE49-F238E27FC236}">
                <a16:creationId xmlns:a16="http://schemas.microsoft.com/office/drawing/2014/main" id="{4EFE82FE-7465-AE46-88DF-34D347E83B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B676EA-11D4-6E5C-C294-35A0C8B952C6}"/>
              </a:ext>
            </a:extLst>
          </p:cNvPr>
          <p:cNvSpPr>
            <a:spLocks noGrp="1"/>
          </p:cNvSpPr>
          <p:nvPr>
            <p:ph type="title"/>
          </p:nvPr>
        </p:nvSpPr>
        <p:spPr>
          <a:xfrm>
            <a:off x="565150" y="768334"/>
            <a:ext cx="4134537" cy="2866405"/>
          </a:xfrm>
        </p:spPr>
        <p:txBody>
          <a:bodyPr vert="horz" lIns="91440" tIns="45720" rIns="91440" bIns="45720" rtlCol="0" anchor="t">
            <a:normAutofit/>
          </a:bodyPr>
          <a:lstStyle/>
          <a:p>
            <a:pPr>
              <a:lnSpc>
                <a:spcPct val="90000"/>
              </a:lnSpc>
            </a:pPr>
            <a:r>
              <a:rPr lang="en-US" sz="5000" dirty="0"/>
              <a:t>Top Ordered Restaurants Across Cities</a:t>
            </a:r>
          </a:p>
        </p:txBody>
      </p:sp>
      <p:grpSp>
        <p:nvGrpSpPr>
          <p:cNvPr id="53" name="Group 52">
            <a:extLst>
              <a:ext uri="{FF2B5EF4-FFF2-40B4-BE49-F238E27FC236}">
                <a16:creationId xmlns:a16="http://schemas.microsoft.com/office/drawing/2014/main" id="{665B630C-8A26-BF40-AD00-AAAB3F8DFB5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4677439"/>
            <a:chOff x="10290315" y="0"/>
            <a:chExt cx="1901686" cy="4677439"/>
          </a:xfrm>
        </p:grpSpPr>
        <p:sp>
          <p:nvSpPr>
            <p:cNvPr id="54" name="Freeform 85">
              <a:extLst>
                <a:ext uri="{FF2B5EF4-FFF2-40B4-BE49-F238E27FC236}">
                  <a16:creationId xmlns:a16="http://schemas.microsoft.com/office/drawing/2014/main" id="{47332152-49D9-5F42-9522-9424EDC706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5" name="Freeform 87">
              <a:extLst>
                <a:ext uri="{FF2B5EF4-FFF2-40B4-BE49-F238E27FC236}">
                  <a16:creationId xmlns:a16="http://schemas.microsoft.com/office/drawing/2014/main" id="{60C97C94-6942-C048-8F6F-55E05CBA1A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6" name="Freeform 89">
              <a:extLst>
                <a:ext uri="{FF2B5EF4-FFF2-40B4-BE49-F238E27FC236}">
                  <a16:creationId xmlns:a16="http://schemas.microsoft.com/office/drawing/2014/main" id="{BD92967A-BFB2-E441-AC07-5997DDDD57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100">
              <a:extLst>
                <a:ext uri="{FF2B5EF4-FFF2-40B4-BE49-F238E27FC236}">
                  <a16:creationId xmlns:a16="http://schemas.microsoft.com/office/drawing/2014/main" id="{DC25488D-5181-EC40-A6AC-862FC37879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59" name="Straight Connector 58">
            <a:extLst>
              <a:ext uri="{FF2B5EF4-FFF2-40B4-BE49-F238E27FC236}">
                <a16:creationId xmlns:a16="http://schemas.microsoft.com/office/drawing/2014/main" id="{EEA70831-9A8D-3B4D-8EA5-EE32F93E94E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4134537"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5" name="Content Placeholder 4">
            <a:extLst>
              <a:ext uri="{FF2B5EF4-FFF2-40B4-BE49-F238E27FC236}">
                <a16:creationId xmlns:a16="http://schemas.microsoft.com/office/drawing/2014/main" id="{9F01C11E-817B-6DC3-6375-A10A6E3FBF9C}"/>
              </a:ext>
            </a:extLst>
          </p:cNvPr>
          <p:cNvPicPr>
            <a:picLocks noGrp="1" noChangeAspect="1"/>
          </p:cNvPicPr>
          <p:nvPr>
            <p:ph idx="1"/>
          </p:nvPr>
        </p:nvPicPr>
        <p:blipFill>
          <a:blip r:embed="rId2"/>
          <a:stretch>
            <a:fillRect/>
          </a:stretch>
        </p:blipFill>
        <p:spPr>
          <a:xfrm>
            <a:off x="5264837" y="1539656"/>
            <a:ext cx="6272272" cy="3770036"/>
          </a:xfrm>
          <a:prstGeom prst="rect">
            <a:avLst/>
          </a:prstGeom>
        </p:spPr>
      </p:pic>
    </p:spTree>
    <p:extLst>
      <p:ext uri="{BB962C8B-B14F-4D97-AF65-F5344CB8AC3E}">
        <p14:creationId xmlns:p14="http://schemas.microsoft.com/office/powerpoint/2010/main" val="39103067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EB46B8FB-F6A2-5F47-A6CD-A7E17E6927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01388" y="0"/>
            <a:ext cx="5990612" cy="6858001"/>
            <a:chOff x="6201388" y="0"/>
            <a:chExt cx="5990612" cy="6858001"/>
          </a:xfrm>
        </p:grpSpPr>
        <p:sp>
          <p:nvSpPr>
            <p:cNvPr id="11" name="Oval 10">
              <a:extLst>
                <a:ext uri="{FF2B5EF4-FFF2-40B4-BE49-F238E27FC236}">
                  <a16:creationId xmlns:a16="http://schemas.microsoft.com/office/drawing/2014/main" id="{419BDE93-3EC2-4E4D-BC0B-417378F49E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46">
              <a:extLst>
                <a:ext uri="{FF2B5EF4-FFF2-40B4-BE49-F238E27FC236}">
                  <a16:creationId xmlns:a16="http://schemas.microsoft.com/office/drawing/2014/main" id="{FE21F82F-1EE5-8240-97F8-387DF0253F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48">
              <a:extLst>
                <a:ext uri="{FF2B5EF4-FFF2-40B4-BE49-F238E27FC236}">
                  <a16:creationId xmlns:a16="http://schemas.microsoft.com/office/drawing/2014/main" id="{AE1903E3-6B5F-6B4C-9A1F-62628A050A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Oval 13">
              <a:extLst>
                <a:ext uri="{FF2B5EF4-FFF2-40B4-BE49-F238E27FC236}">
                  <a16:creationId xmlns:a16="http://schemas.microsoft.com/office/drawing/2014/main" id="{F7C55863-3B37-0743-B001-1A970033FB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32B4C24-3A58-924C-B79A-D961EF7C2C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217788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21EF52E0-D2CF-544F-93A6-4D7B45A048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80636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63">
              <a:extLst>
                <a:ext uri="{FF2B5EF4-FFF2-40B4-BE49-F238E27FC236}">
                  <a16:creationId xmlns:a16="http://schemas.microsoft.com/office/drawing/2014/main" id="{6966CFE5-1C8C-2E4F-9B2D-A8438F5A53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64">
              <a:extLst>
                <a:ext uri="{FF2B5EF4-FFF2-40B4-BE49-F238E27FC236}">
                  <a16:creationId xmlns:a16="http://schemas.microsoft.com/office/drawing/2014/main" id="{9FD29EF3-A5B2-554A-A307-6BE1BCE8A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Oval 18">
              <a:extLst>
                <a:ext uri="{FF2B5EF4-FFF2-40B4-BE49-F238E27FC236}">
                  <a16:creationId xmlns:a16="http://schemas.microsoft.com/office/drawing/2014/main" id="{AC1ECAD8-0CF2-934D-AA1E-C108208CDE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492091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B14DED1-3A58-8C4D-902E-2A9F34043F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354939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65D65157-5719-0341-A807-A8956595FB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217788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A7F23F74-B777-2A4C-8EF9-E798880D59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70">
              <a:extLst>
                <a:ext uri="{FF2B5EF4-FFF2-40B4-BE49-F238E27FC236}">
                  <a16:creationId xmlns:a16="http://schemas.microsoft.com/office/drawing/2014/main" id="{E3B9A050-0AE1-1D4B-A2AC-6EEF64B106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71">
              <a:extLst>
                <a:ext uri="{FF2B5EF4-FFF2-40B4-BE49-F238E27FC236}">
                  <a16:creationId xmlns:a16="http://schemas.microsoft.com/office/drawing/2014/main" id="{C424FE38-F803-8D47-BF56-1B18EC2B1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Oval 24">
              <a:extLst>
                <a:ext uri="{FF2B5EF4-FFF2-40B4-BE49-F238E27FC236}">
                  <a16:creationId xmlns:a16="http://schemas.microsoft.com/office/drawing/2014/main" id="{E37187F2-9212-0641-97D0-1ACD50B748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492091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C760C651-2AC4-564E-BEAA-AB7FAFE7F7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58B0A1B8-5BA3-3548-9511-B4904D0526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75">
              <a:extLst>
                <a:ext uri="{FF2B5EF4-FFF2-40B4-BE49-F238E27FC236}">
                  <a16:creationId xmlns:a16="http://schemas.microsoft.com/office/drawing/2014/main" id="{424CD779-EE9A-214D-9488-767327E373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76">
              <a:extLst>
                <a:ext uri="{FF2B5EF4-FFF2-40B4-BE49-F238E27FC236}">
                  <a16:creationId xmlns:a16="http://schemas.microsoft.com/office/drawing/2014/main" id="{630D08C6-9EFB-8540-875F-2A55DED2A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77">
              <a:extLst>
                <a:ext uri="{FF2B5EF4-FFF2-40B4-BE49-F238E27FC236}">
                  <a16:creationId xmlns:a16="http://schemas.microsoft.com/office/drawing/2014/main" id="{D7E8DA86-1294-4641-9C52-6E15315064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78">
              <a:extLst>
                <a:ext uri="{FF2B5EF4-FFF2-40B4-BE49-F238E27FC236}">
                  <a16:creationId xmlns:a16="http://schemas.microsoft.com/office/drawing/2014/main" id="{011063C9-2A43-3348-A018-F27FACAA77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79">
              <a:extLst>
                <a:ext uri="{FF2B5EF4-FFF2-40B4-BE49-F238E27FC236}">
                  <a16:creationId xmlns:a16="http://schemas.microsoft.com/office/drawing/2014/main" id="{EE85C7DE-D965-244F-BD95-3A05FF4AAC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80">
              <a:extLst>
                <a:ext uri="{FF2B5EF4-FFF2-40B4-BE49-F238E27FC236}">
                  <a16:creationId xmlns:a16="http://schemas.microsoft.com/office/drawing/2014/main" id="{315A1389-149A-3342-A863-637D42FDB2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81">
              <a:extLst>
                <a:ext uri="{FF2B5EF4-FFF2-40B4-BE49-F238E27FC236}">
                  <a16:creationId xmlns:a16="http://schemas.microsoft.com/office/drawing/2014/main" id="{B149CC6F-B6C6-BE46-B451-1BF7D47A89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36" name="Straight Connector 35">
            <a:extLst>
              <a:ext uri="{FF2B5EF4-FFF2-40B4-BE49-F238E27FC236}">
                <a16:creationId xmlns:a16="http://schemas.microsoft.com/office/drawing/2014/main" id="{D33A3282-0389-C547-8CA6-7F3E7F27B3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useBgFill="1">
        <p:nvSpPr>
          <p:cNvPr id="38" name="Rectangle 37">
            <a:extLst>
              <a:ext uri="{FF2B5EF4-FFF2-40B4-BE49-F238E27FC236}">
                <a16:creationId xmlns:a16="http://schemas.microsoft.com/office/drawing/2014/main" id="{4EFE82FE-7465-AE46-88DF-34D347E83B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CC97D1-6EF6-D3CE-7036-E4EDA094CB06}"/>
              </a:ext>
            </a:extLst>
          </p:cNvPr>
          <p:cNvSpPr>
            <a:spLocks noGrp="1"/>
          </p:cNvSpPr>
          <p:nvPr>
            <p:ph type="title"/>
          </p:nvPr>
        </p:nvSpPr>
        <p:spPr>
          <a:xfrm>
            <a:off x="566924" y="765768"/>
            <a:ext cx="6402597" cy="1063244"/>
          </a:xfrm>
        </p:spPr>
        <p:txBody>
          <a:bodyPr vert="horz" lIns="91440" tIns="45720" rIns="91440" bIns="45720" rtlCol="0" anchor="t">
            <a:normAutofit/>
          </a:bodyPr>
          <a:lstStyle/>
          <a:p>
            <a:pPr>
              <a:lnSpc>
                <a:spcPct val="90000"/>
              </a:lnSpc>
            </a:pPr>
            <a:r>
              <a:rPr lang="en-US" sz="3400"/>
              <a:t>Top Ordered Restaurants Across Cities</a:t>
            </a:r>
          </a:p>
        </p:txBody>
      </p:sp>
      <p:grpSp>
        <p:nvGrpSpPr>
          <p:cNvPr id="40" name="Group 39">
            <a:extLst>
              <a:ext uri="{FF2B5EF4-FFF2-40B4-BE49-F238E27FC236}">
                <a16:creationId xmlns:a16="http://schemas.microsoft.com/office/drawing/2014/main" id="{BCFFF971-DAC9-F44B-9F22-4B030B6B61B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4677439"/>
            <a:chOff x="10290315" y="0"/>
            <a:chExt cx="1901686" cy="4677439"/>
          </a:xfrm>
        </p:grpSpPr>
        <p:sp>
          <p:nvSpPr>
            <p:cNvPr id="41" name="Freeform 39">
              <a:extLst>
                <a:ext uri="{FF2B5EF4-FFF2-40B4-BE49-F238E27FC236}">
                  <a16:creationId xmlns:a16="http://schemas.microsoft.com/office/drawing/2014/main" id="{2E3E7145-2B02-8142-A82F-FFCA717D61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41">
              <a:extLst>
                <a:ext uri="{FF2B5EF4-FFF2-40B4-BE49-F238E27FC236}">
                  <a16:creationId xmlns:a16="http://schemas.microsoft.com/office/drawing/2014/main" id="{33EA453D-E925-4C4C-A1E9-D54E82602D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43">
              <a:extLst>
                <a:ext uri="{FF2B5EF4-FFF2-40B4-BE49-F238E27FC236}">
                  <a16:creationId xmlns:a16="http://schemas.microsoft.com/office/drawing/2014/main" id="{CBA4AF6C-8831-A34A-91A3-CC6ED3566B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44">
              <a:extLst>
                <a:ext uri="{FF2B5EF4-FFF2-40B4-BE49-F238E27FC236}">
                  <a16:creationId xmlns:a16="http://schemas.microsoft.com/office/drawing/2014/main" id="{8B12A352-6C2B-B94E-82E0-45D881BB7C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5" name="Content Placeholder 4">
            <a:extLst>
              <a:ext uri="{FF2B5EF4-FFF2-40B4-BE49-F238E27FC236}">
                <a16:creationId xmlns:a16="http://schemas.microsoft.com/office/drawing/2014/main" id="{DD552252-F77E-C046-9630-2F4B91B4D164}"/>
              </a:ext>
            </a:extLst>
          </p:cNvPr>
          <p:cNvPicPr>
            <a:picLocks noGrp="1" noChangeAspect="1"/>
          </p:cNvPicPr>
          <p:nvPr>
            <p:ph idx="1"/>
          </p:nvPr>
        </p:nvPicPr>
        <p:blipFill>
          <a:blip r:embed="rId2"/>
          <a:stretch>
            <a:fillRect/>
          </a:stretch>
        </p:blipFill>
        <p:spPr>
          <a:xfrm>
            <a:off x="651489" y="2468850"/>
            <a:ext cx="10885620" cy="3112905"/>
          </a:xfrm>
          <a:prstGeom prst="rect">
            <a:avLst/>
          </a:prstGeom>
        </p:spPr>
      </p:pic>
      <p:cxnSp>
        <p:nvCxnSpPr>
          <p:cNvPr id="46" name="Straight Connector 45">
            <a:extLst>
              <a:ext uri="{FF2B5EF4-FFF2-40B4-BE49-F238E27FC236}">
                <a16:creationId xmlns:a16="http://schemas.microsoft.com/office/drawing/2014/main" id="{51D4F49C-5EE1-6C4F-858E-AE02CC2CD5B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35991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EB46B8FB-F6A2-5F47-A6CD-A7E17E6927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01388" y="0"/>
            <a:ext cx="5990612" cy="6858001"/>
            <a:chOff x="6201388" y="0"/>
            <a:chExt cx="5990612" cy="6858001"/>
          </a:xfrm>
        </p:grpSpPr>
        <p:sp>
          <p:nvSpPr>
            <p:cNvPr id="11" name="Oval 10">
              <a:extLst>
                <a:ext uri="{FF2B5EF4-FFF2-40B4-BE49-F238E27FC236}">
                  <a16:creationId xmlns:a16="http://schemas.microsoft.com/office/drawing/2014/main" id="{419BDE93-3EC2-4E4D-BC0B-417378F49E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46">
              <a:extLst>
                <a:ext uri="{FF2B5EF4-FFF2-40B4-BE49-F238E27FC236}">
                  <a16:creationId xmlns:a16="http://schemas.microsoft.com/office/drawing/2014/main" id="{FE21F82F-1EE5-8240-97F8-387DF0253F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48">
              <a:extLst>
                <a:ext uri="{FF2B5EF4-FFF2-40B4-BE49-F238E27FC236}">
                  <a16:creationId xmlns:a16="http://schemas.microsoft.com/office/drawing/2014/main" id="{AE1903E3-6B5F-6B4C-9A1F-62628A050A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Oval 13">
              <a:extLst>
                <a:ext uri="{FF2B5EF4-FFF2-40B4-BE49-F238E27FC236}">
                  <a16:creationId xmlns:a16="http://schemas.microsoft.com/office/drawing/2014/main" id="{F7C55863-3B37-0743-B001-1A970033FB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32B4C24-3A58-924C-B79A-D961EF7C2C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217788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21EF52E0-D2CF-544F-93A6-4D7B45A048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80636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63">
              <a:extLst>
                <a:ext uri="{FF2B5EF4-FFF2-40B4-BE49-F238E27FC236}">
                  <a16:creationId xmlns:a16="http://schemas.microsoft.com/office/drawing/2014/main" id="{6966CFE5-1C8C-2E4F-9B2D-A8438F5A53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64">
              <a:extLst>
                <a:ext uri="{FF2B5EF4-FFF2-40B4-BE49-F238E27FC236}">
                  <a16:creationId xmlns:a16="http://schemas.microsoft.com/office/drawing/2014/main" id="{9FD29EF3-A5B2-554A-A307-6BE1BCE8A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Oval 18">
              <a:extLst>
                <a:ext uri="{FF2B5EF4-FFF2-40B4-BE49-F238E27FC236}">
                  <a16:creationId xmlns:a16="http://schemas.microsoft.com/office/drawing/2014/main" id="{AC1ECAD8-0CF2-934D-AA1E-C108208CDE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492091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B14DED1-3A58-8C4D-902E-2A9F34043F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354939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65D65157-5719-0341-A807-A8956595FB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217788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A7F23F74-B777-2A4C-8EF9-E798880D59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70">
              <a:extLst>
                <a:ext uri="{FF2B5EF4-FFF2-40B4-BE49-F238E27FC236}">
                  <a16:creationId xmlns:a16="http://schemas.microsoft.com/office/drawing/2014/main" id="{E3B9A050-0AE1-1D4B-A2AC-6EEF64B106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71">
              <a:extLst>
                <a:ext uri="{FF2B5EF4-FFF2-40B4-BE49-F238E27FC236}">
                  <a16:creationId xmlns:a16="http://schemas.microsoft.com/office/drawing/2014/main" id="{C424FE38-F803-8D47-BF56-1B18EC2B1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Oval 24">
              <a:extLst>
                <a:ext uri="{FF2B5EF4-FFF2-40B4-BE49-F238E27FC236}">
                  <a16:creationId xmlns:a16="http://schemas.microsoft.com/office/drawing/2014/main" id="{E37187F2-9212-0641-97D0-1ACD50B748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492091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C760C651-2AC4-564E-BEAA-AB7FAFE7F7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58B0A1B8-5BA3-3548-9511-B4904D0526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75">
              <a:extLst>
                <a:ext uri="{FF2B5EF4-FFF2-40B4-BE49-F238E27FC236}">
                  <a16:creationId xmlns:a16="http://schemas.microsoft.com/office/drawing/2014/main" id="{424CD779-EE9A-214D-9488-767327E373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76">
              <a:extLst>
                <a:ext uri="{FF2B5EF4-FFF2-40B4-BE49-F238E27FC236}">
                  <a16:creationId xmlns:a16="http://schemas.microsoft.com/office/drawing/2014/main" id="{630D08C6-9EFB-8540-875F-2A55DED2A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77">
              <a:extLst>
                <a:ext uri="{FF2B5EF4-FFF2-40B4-BE49-F238E27FC236}">
                  <a16:creationId xmlns:a16="http://schemas.microsoft.com/office/drawing/2014/main" id="{D7E8DA86-1294-4641-9C52-6E15315064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78">
              <a:extLst>
                <a:ext uri="{FF2B5EF4-FFF2-40B4-BE49-F238E27FC236}">
                  <a16:creationId xmlns:a16="http://schemas.microsoft.com/office/drawing/2014/main" id="{011063C9-2A43-3348-A018-F27FACAA77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79">
              <a:extLst>
                <a:ext uri="{FF2B5EF4-FFF2-40B4-BE49-F238E27FC236}">
                  <a16:creationId xmlns:a16="http://schemas.microsoft.com/office/drawing/2014/main" id="{EE85C7DE-D965-244F-BD95-3A05FF4AAC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80">
              <a:extLst>
                <a:ext uri="{FF2B5EF4-FFF2-40B4-BE49-F238E27FC236}">
                  <a16:creationId xmlns:a16="http://schemas.microsoft.com/office/drawing/2014/main" id="{315A1389-149A-3342-A863-637D42FDB2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81">
              <a:extLst>
                <a:ext uri="{FF2B5EF4-FFF2-40B4-BE49-F238E27FC236}">
                  <a16:creationId xmlns:a16="http://schemas.microsoft.com/office/drawing/2014/main" id="{B149CC6F-B6C6-BE46-B451-1BF7D47A89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36" name="Straight Connector 35">
            <a:extLst>
              <a:ext uri="{FF2B5EF4-FFF2-40B4-BE49-F238E27FC236}">
                <a16:creationId xmlns:a16="http://schemas.microsoft.com/office/drawing/2014/main" id="{D33A3282-0389-C547-8CA6-7F3E7F27B3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useBgFill="1">
        <p:nvSpPr>
          <p:cNvPr id="38" name="Rectangle 37">
            <a:extLst>
              <a:ext uri="{FF2B5EF4-FFF2-40B4-BE49-F238E27FC236}">
                <a16:creationId xmlns:a16="http://schemas.microsoft.com/office/drawing/2014/main" id="{4EFE82FE-7465-AE46-88DF-34D347E83B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C8256F-BB6E-06D2-1EEE-9F2A12F91D94}"/>
              </a:ext>
            </a:extLst>
          </p:cNvPr>
          <p:cNvSpPr>
            <a:spLocks noGrp="1"/>
          </p:cNvSpPr>
          <p:nvPr>
            <p:ph type="title"/>
          </p:nvPr>
        </p:nvSpPr>
        <p:spPr>
          <a:xfrm>
            <a:off x="565150" y="768334"/>
            <a:ext cx="4134537" cy="2866405"/>
          </a:xfrm>
        </p:spPr>
        <p:txBody>
          <a:bodyPr vert="horz" lIns="91440" tIns="45720" rIns="91440" bIns="45720" rtlCol="0" anchor="t">
            <a:normAutofit/>
          </a:bodyPr>
          <a:lstStyle/>
          <a:p>
            <a:r>
              <a:rPr lang="en-US" sz="5000" dirty="0"/>
              <a:t>Top ordered items across cities</a:t>
            </a:r>
          </a:p>
        </p:txBody>
      </p:sp>
      <p:grpSp>
        <p:nvGrpSpPr>
          <p:cNvPr id="40" name="Group 39">
            <a:extLst>
              <a:ext uri="{FF2B5EF4-FFF2-40B4-BE49-F238E27FC236}">
                <a16:creationId xmlns:a16="http://schemas.microsoft.com/office/drawing/2014/main" id="{665B630C-8A26-BF40-AD00-AAAB3F8DFB5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4677439"/>
            <a:chOff x="10290315" y="0"/>
            <a:chExt cx="1901686" cy="4677439"/>
          </a:xfrm>
        </p:grpSpPr>
        <p:sp>
          <p:nvSpPr>
            <p:cNvPr id="41" name="Freeform 85">
              <a:extLst>
                <a:ext uri="{FF2B5EF4-FFF2-40B4-BE49-F238E27FC236}">
                  <a16:creationId xmlns:a16="http://schemas.microsoft.com/office/drawing/2014/main" id="{47332152-49D9-5F42-9522-9424EDC706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87">
              <a:extLst>
                <a:ext uri="{FF2B5EF4-FFF2-40B4-BE49-F238E27FC236}">
                  <a16:creationId xmlns:a16="http://schemas.microsoft.com/office/drawing/2014/main" id="{60C97C94-6942-C048-8F6F-55E05CBA1A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89">
              <a:extLst>
                <a:ext uri="{FF2B5EF4-FFF2-40B4-BE49-F238E27FC236}">
                  <a16:creationId xmlns:a16="http://schemas.microsoft.com/office/drawing/2014/main" id="{BD92967A-BFB2-E441-AC07-5997DDDD57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100">
              <a:extLst>
                <a:ext uri="{FF2B5EF4-FFF2-40B4-BE49-F238E27FC236}">
                  <a16:creationId xmlns:a16="http://schemas.microsoft.com/office/drawing/2014/main" id="{DC25488D-5181-EC40-A6AC-862FC37879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46" name="Straight Connector 45">
            <a:extLst>
              <a:ext uri="{FF2B5EF4-FFF2-40B4-BE49-F238E27FC236}">
                <a16:creationId xmlns:a16="http://schemas.microsoft.com/office/drawing/2014/main" id="{EEA70831-9A8D-3B4D-8EA5-EE32F93E94E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4134537"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5" name="Content Placeholder 4">
            <a:extLst>
              <a:ext uri="{FF2B5EF4-FFF2-40B4-BE49-F238E27FC236}">
                <a16:creationId xmlns:a16="http://schemas.microsoft.com/office/drawing/2014/main" id="{AAFFFDF8-4E84-2674-4318-77358C1D31DE}"/>
              </a:ext>
            </a:extLst>
          </p:cNvPr>
          <p:cNvPicPr>
            <a:picLocks noGrp="1" noChangeAspect="1"/>
          </p:cNvPicPr>
          <p:nvPr>
            <p:ph idx="1"/>
          </p:nvPr>
        </p:nvPicPr>
        <p:blipFill>
          <a:blip r:embed="rId2"/>
          <a:stretch>
            <a:fillRect/>
          </a:stretch>
        </p:blipFill>
        <p:spPr>
          <a:xfrm>
            <a:off x="5264837" y="1535152"/>
            <a:ext cx="6272272" cy="3779044"/>
          </a:xfrm>
          <a:prstGeom prst="rect">
            <a:avLst/>
          </a:prstGeom>
        </p:spPr>
      </p:pic>
    </p:spTree>
    <p:extLst>
      <p:ext uri="{BB962C8B-B14F-4D97-AF65-F5344CB8AC3E}">
        <p14:creationId xmlns:p14="http://schemas.microsoft.com/office/powerpoint/2010/main" val="21021842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EB46B8FB-F6A2-5F47-A6CD-A7E17E6927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01388" y="0"/>
            <a:ext cx="5990612" cy="6858001"/>
            <a:chOff x="6201388" y="0"/>
            <a:chExt cx="5990612" cy="6858001"/>
          </a:xfrm>
        </p:grpSpPr>
        <p:sp>
          <p:nvSpPr>
            <p:cNvPr id="11" name="Oval 10">
              <a:extLst>
                <a:ext uri="{FF2B5EF4-FFF2-40B4-BE49-F238E27FC236}">
                  <a16:creationId xmlns:a16="http://schemas.microsoft.com/office/drawing/2014/main" id="{419BDE93-3EC2-4E4D-BC0B-417378F49E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46">
              <a:extLst>
                <a:ext uri="{FF2B5EF4-FFF2-40B4-BE49-F238E27FC236}">
                  <a16:creationId xmlns:a16="http://schemas.microsoft.com/office/drawing/2014/main" id="{FE21F82F-1EE5-8240-97F8-387DF0253F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48">
              <a:extLst>
                <a:ext uri="{FF2B5EF4-FFF2-40B4-BE49-F238E27FC236}">
                  <a16:creationId xmlns:a16="http://schemas.microsoft.com/office/drawing/2014/main" id="{AE1903E3-6B5F-6B4C-9A1F-62628A050A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Oval 13">
              <a:extLst>
                <a:ext uri="{FF2B5EF4-FFF2-40B4-BE49-F238E27FC236}">
                  <a16:creationId xmlns:a16="http://schemas.microsoft.com/office/drawing/2014/main" id="{F7C55863-3B37-0743-B001-1A970033FB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32B4C24-3A58-924C-B79A-D961EF7C2C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217788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21EF52E0-D2CF-544F-93A6-4D7B45A048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80636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63">
              <a:extLst>
                <a:ext uri="{FF2B5EF4-FFF2-40B4-BE49-F238E27FC236}">
                  <a16:creationId xmlns:a16="http://schemas.microsoft.com/office/drawing/2014/main" id="{6966CFE5-1C8C-2E4F-9B2D-A8438F5A53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64">
              <a:extLst>
                <a:ext uri="{FF2B5EF4-FFF2-40B4-BE49-F238E27FC236}">
                  <a16:creationId xmlns:a16="http://schemas.microsoft.com/office/drawing/2014/main" id="{9FD29EF3-A5B2-554A-A307-6BE1BCE8A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Oval 18">
              <a:extLst>
                <a:ext uri="{FF2B5EF4-FFF2-40B4-BE49-F238E27FC236}">
                  <a16:creationId xmlns:a16="http://schemas.microsoft.com/office/drawing/2014/main" id="{AC1ECAD8-0CF2-934D-AA1E-C108208CDE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492091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B14DED1-3A58-8C4D-902E-2A9F34043F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354939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65D65157-5719-0341-A807-A8956595FB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217788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A7F23F74-B777-2A4C-8EF9-E798880D59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70">
              <a:extLst>
                <a:ext uri="{FF2B5EF4-FFF2-40B4-BE49-F238E27FC236}">
                  <a16:creationId xmlns:a16="http://schemas.microsoft.com/office/drawing/2014/main" id="{E3B9A050-0AE1-1D4B-A2AC-6EEF64B106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71">
              <a:extLst>
                <a:ext uri="{FF2B5EF4-FFF2-40B4-BE49-F238E27FC236}">
                  <a16:creationId xmlns:a16="http://schemas.microsoft.com/office/drawing/2014/main" id="{C424FE38-F803-8D47-BF56-1B18EC2B1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Oval 24">
              <a:extLst>
                <a:ext uri="{FF2B5EF4-FFF2-40B4-BE49-F238E27FC236}">
                  <a16:creationId xmlns:a16="http://schemas.microsoft.com/office/drawing/2014/main" id="{E37187F2-9212-0641-97D0-1ACD50B748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492091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C760C651-2AC4-564E-BEAA-AB7FAFE7F7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58B0A1B8-5BA3-3548-9511-B4904D0526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75">
              <a:extLst>
                <a:ext uri="{FF2B5EF4-FFF2-40B4-BE49-F238E27FC236}">
                  <a16:creationId xmlns:a16="http://schemas.microsoft.com/office/drawing/2014/main" id="{424CD779-EE9A-214D-9488-767327E373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76">
              <a:extLst>
                <a:ext uri="{FF2B5EF4-FFF2-40B4-BE49-F238E27FC236}">
                  <a16:creationId xmlns:a16="http://schemas.microsoft.com/office/drawing/2014/main" id="{630D08C6-9EFB-8540-875F-2A55DED2A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77">
              <a:extLst>
                <a:ext uri="{FF2B5EF4-FFF2-40B4-BE49-F238E27FC236}">
                  <a16:creationId xmlns:a16="http://schemas.microsoft.com/office/drawing/2014/main" id="{D7E8DA86-1294-4641-9C52-6E15315064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78">
              <a:extLst>
                <a:ext uri="{FF2B5EF4-FFF2-40B4-BE49-F238E27FC236}">
                  <a16:creationId xmlns:a16="http://schemas.microsoft.com/office/drawing/2014/main" id="{011063C9-2A43-3348-A018-F27FACAA77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79">
              <a:extLst>
                <a:ext uri="{FF2B5EF4-FFF2-40B4-BE49-F238E27FC236}">
                  <a16:creationId xmlns:a16="http://schemas.microsoft.com/office/drawing/2014/main" id="{EE85C7DE-D965-244F-BD95-3A05FF4AAC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80">
              <a:extLst>
                <a:ext uri="{FF2B5EF4-FFF2-40B4-BE49-F238E27FC236}">
                  <a16:creationId xmlns:a16="http://schemas.microsoft.com/office/drawing/2014/main" id="{315A1389-149A-3342-A863-637D42FDB2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81">
              <a:extLst>
                <a:ext uri="{FF2B5EF4-FFF2-40B4-BE49-F238E27FC236}">
                  <a16:creationId xmlns:a16="http://schemas.microsoft.com/office/drawing/2014/main" id="{B149CC6F-B6C6-BE46-B451-1BF7D47A89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36" name="Straight Connector 35">
            <a:extLst>
              <a:ext uri="{FF2B5EF4-FFF2-40B4-BE49-F238E27FC236}">
                <a16:creationId xmlns:a16="http://schemas.microsoft.com/office/drawing/2014/main" id="{D33A3282-0389-C547-8CA6-7F3E7F27B3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useBgFill="1">
        <p:nvSpPr>
          <p:cNvPr id="38" name="Rectangle 37">
            <a:extLst>
              <a:ext uri="{FF2B5EF4-FFF2-40B4-BE49-F238E27FC236}">
                <a16:creationId xmlns:a16="http://schemas.microsoft.com/office/drawing/2014/main" id="{4EFE82FE-7465-AE46-88DF-34D347E83B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8B32A4-8B8B-BC34-DB36-56995FC8EA7E}"/>
              </a:ext>
            </a:extLst>
          </p:cNvPr>
          <p:cNvSpPr>
            <a:spLocks noGrp="1"/>
          </p:cNvSpPr>
          <p:nvPr>
            <p:ph type="title"/>
          </p:nvPr>
        </p:nvSpPr>
        <p:spPr>
          <a:xfrm>
            <a:off x="566924" y="765768"/>
            <a:ext cx="7192776" cy="1063244"/>
          </a:xfrm>
        </p:spPr>
        <p:txBody>
          <a:bodyPr vert="horz" lIns="91440" tIns="45720" rIns="91440" bIns="45720" rtlCol="0" anchor="t">
            <a:normAutofit/>
          </a:bodyPr>
          <a:lstStyle/>
          <a:p>
            <a:pPr>
              <a:lnSpc>
                <a:spcPct val="90000"/>
              </a:lnSpc>
            </a:pPr>
            <a:r>
              <a:rPr lang="en-US" sz="3400" dirty="0"/>
              <a:t>Top ordered items across cities (based on number of orders)</a:t>
            </a:r>
          </a:p>
        </p:txBody>
      </p:sp>
      <p:grpSp>
        <p:nvGrpSpPr>
          <p:cNvPr id="40" name="Group 39">
            <a:extLst>
              <a:ext uri="{FF2B5EF4-FFF2-40B4-BE49-F238E27FC236}">
                <a16:creationId xmlns:a16="http://schemas.microsoft.com/office/drawing/2014/main" id="{BCFFF971-DAC9-F44B-9F22-4B030B6B61B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4677439"/>
            <a:chOff x="10290315" y="0"/>
            <a:chExt cx="1901686" cy="4677439"/>
          </a:xfrm>
        </p:grpSpPr>
        <p:sp>
          <p:nvSpPr>
            <p:cNvPr id="41" name="Freeform 39">
              <a:extLst>
                <a:ext uri="{FF2B5EF4-FFF2-40B4-BE49-F238E27FC236}">
                  <a16:creationId xmlns:a16="http://schemas.microsoft.com/office/drawing/2014/main" id="{2E3E7145-2B02-8142-A82F-FFCA717D61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41">
              <a:extLst>
                <a:ext uri="{FF2B5EF4-FFF2-40B4-BE49-F238E27FC236}">
                  <a16:creationId xmlns:a16="http://schemas.microsoft.com/office/drawing/2014/main" id="{33EA453D-E925-4C4C-A1E9-D54E82602D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43">
              <a:extLst>
                <a:ext uri="{FF2B5EF4-FFF2-40B4-BE49-F238E27FC236}">
                  <a16:creationId xmlns:a16="http://schemas.microsoft.com/office/drawing/2014/main" id="{CBA4AF6C-8831-A34A-91A3-CC6ED3566B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44">
              <a:extLst>
                <a:ext uri="{FF2B5EF4-FFF2-40B4-BE49-F238E27FC236}">
                  <a16:creationId xmlns:a16="http://schemas.microsoft.com/office/drawing/2014/main" id="{8B12A352-6C2B-B94E-82E0-45D881BB7C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5" name="Content Placeholder 4">
            <a:extLst>
              <a:ext uri="{FF2B5EF4-FFF2-40B4-BE49-F238E27FC236}">
                <a16:creationId xmlns:a16="http://schemas.microsoft.com/office/drawing/2014/main" id="{74250EF0-7390-F18D-28F7-C6E1CA415D14}"/>
              </a:ext>
            </a:extLst>
          </p:cNvPr>
          <p:cNvPicPr>
            <a:picLocks noGrp="1" noChangeAspect="1"/>
          </p:cNvPicPr>
          <p:nvPr>
            <p:ph idx="1"/>
          </p:nvPr>
        </p:nvPicPr>
        <p:blipFill>
          <a:blip r:embed="rId2"/>
          <a:stretch>
            <a:fillRect/>
          </a:stretch>
        </p:blipFill>
        <p:spPr>
          <a:xfrm>
            <a:off x="651489" y="2548360"/>
            <a:ext cx="10885620" cy="2953885"/>
          </a:xfrm>
          <a:prstGeom prst="rect">
            <a:avLst/>
          </a:prstGeom>
        </p:spPr>
      </p:pic>
      <p:cxnSp>
        <p:nvCxnSpPr>
          <p:cNvPr id="46" name="Straight Connector 45">
            <a:extLst>
              <a:ext uri="{FF2B5EF4-FFF2-40B4-BE49-F238E27FC236}">
                <a16:creationId xmlns:a16="http://schemas.microsoft.com/office/drawing/2014/main" id="{51D4F49C-5EE1-6C4F-858E-AE02CC2CD5B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46920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EB46B8FB-F6A2-5F47-A6CD-A7E17E6927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01388" y="0"/>
            <a:ext cx="5990612" cy="6858001"/>
            <a:chOff x="6201388" y="0"/>
            <a:chExt cx="5990612" cy="6858001"/>
          </a:xfrm>
        </p:grpSpPr>
        <p:sp>
          <p:nvSpPr>
            <p:cNvPr id="31" name="Oval 30">
              <a:extLst>
                <a:ext uri="{FF2B5EF4-FFF2-40B4-BE49-F238E27FC236}">
                  <a16:creationId xmlns:a16="http://schemas.microsoft.com/office/drawing/2014/main" id="{419BDE93-3EC2-4E4D-BC0B-417378F49E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46">
              <a:extLst>
                <a:ext uri="{FF2B5EF4-FFF2-40B4-BE49-F238E27FC236}">
                  <a16:creationId xmlns:a16="http://schemas.microsoft.com/office/drawing/2014/main" id="{FE21F82F-1EE5-8240-97F8-387DF0253F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48">
              <a:extLst>
                <a:ext uri="{FF2B5EF4-FFF2-40B4-BE49-F238E27FC236}">
                  <a16:creationId xmlns:a16="http://schemas.microsoft.com/office/drawing/2014/main" id="{AE1903E3-6B5F-6B4C-9A1F-62628A050A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Oval 33">
              <a:extLst>
                <a:ext uri="{FF2B5EF4-FFF2-40B4-BE49-F238E27FC236}">
                  <a16:creationId xmlns:a16="http://schemas.microsoft.com/office/drawing/2014/main" id="{F7C55863-3B37-0743-B001-1A970033FB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932B4C24-3A58-924C-B79A-D961EF7C2C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217788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21EF52E0-D2CF-544F-93A6-4D7B45A048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80636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63">
              <a:extLst>
                <a:ext uri="{FF2B5EF4-FFF2-40B4-BE49-F238E27FC236}">
                  <a16:creationId xmlns:a16="http://schemas.microsoft.com/office/drawing/2014/main" id="{6966CFE5-1C8C-2E4F-9B2D-A8438F5A53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 name="Freeform 64">
              <a:extLst>
                <a:ext uri="{FF2B5EF4-FFF2-40B4-BE49-F238E27FC236}">
                  <a16:creationId xmlns:a16="http://schemas.microsoft.com/office/drawing/2014/main" id="{9FD29EF3-A5B2-554A-A307-6BE1BCE8A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Oval 38">
              <a:extLst>
                <a:ext uri="{FF2B5EF4-FFF2-40B4-BE49-F238E27FC236}">
                  <a16:creationId xmlns:a16="http://schemas.microsoft.com/office/drawing/2014/main" id="{AC1ECAD8-0CF2-934D-AA1E-C108208CDE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492091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DB14DED1-3A58-8C4D-902E-2A9F34043F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354939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65D65157-5719-0341-A807-A8956595FB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217788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A7F23F74-B777-2A4C-8EF9-E798880D59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70">
              <a:extLst>
                <a:ext uri="{FF2B5EF4-FFF2-40B4-BE49-F238E27FC236}">
                  <a16:creationId xmlns:a16="http://schemas.microsoft.com/office/drawing/2014/main" id="{E3B9A050-0AE1-1D4B-A2AC-6EEF64B106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71">
              <a:extLst>
                <a:ext uri="{FF2B5EF4-FFF2-40B4-BE49-F238E27FC236}">
                  <a16:creationId xmlns:a16="http://schemas.microsoft.com/office/drawing/2014/main" id="{C424FE38-F803-8D47-BF56-1B18EC2B1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5" name="Oval 44">
              <a:extLst>
                <a:ext uri="{FF2B5EF4-FFF2-40B4-BE49-F238E27FC236}">
                  <a16:creationId xmlns:a16="http://schemas.microsoft.com/office/drawing/2014/main" id="{E37187F2-9212-0641-97D0-1ACD50B748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492091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C760C651-2AC4-564E-BEAA-AB7FAFE7F7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58B0A1B8-5BA3-3548-9511-B4904D0526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Freeform 75">
              <a:extLst>
                <a:ext uri="{FF2B5EF4-FFF2-40B4-BE49-F238E27FC236}">
                  <a16:creationId xmlns:a16="http://schemas.microsoft.com/office/drawing/2014/main" id="{424CD779-EE9A-214D-9488-767327E373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76">
              <a:extLst>
                <a:ext uri="{FF2B5EF4-FFF2-40B4-BE49-F238E27FC236}">
                  <a16:creationId xmlns:a16="http://schemas.microsoft.com/office/drawing/2014/main" id="{630D08C6-9EFB-8540-875F-2A55DED2A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0" name="Freeform 77">
              <a:extLst>
                <a:ext uri="{FF2B5EF4-FFF2-40B4-BE49-F238E27FC236}">
                  <a16:creationId xmlns:a16="http://schemas.microsoft.com/office/drawing/2014/main" id="{D7E8DA86-1294-4641-9C52-6E15315064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Freeform 78">
              <a:extLst>
                <a:ext uri="{FF2B5EF4-FFF2-40B4-BE49-F238E27FC236}">
                  <a16:creationId xmlns:a16="http://schemas.microsoft.com/office/drawing/2014/main" id="{011063C9-2A43-3348-A018-F27FACAA77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2" name="Freeform 79">
              <a:extLst>
                <a:ext uri="{FF2B5EF4-FFF2-40B4-BE49-F238E27FC236}">
                  <a16:creationId xmlns:a16="http://schemas.microsoft.com/office/drawing/2014/main" id="{EE85C7DE-D965-244F-BD95-3A05FF4AAC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3" name="Freeform 80">
              <a:extLst>
                <a:ext uri="{FF2B5EF4-FFF2-40B4-BE49-F238E27FC236}">
                  <a16:creationId xmlns:a16="http://schemas.microsoft.com/office/drawing/2014/main" id="{315A1389-149A-3342-A863-637D42FDB2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4" name="Freeform 81">
              <a:extLst>
                <a:ext uri="{FF2B5EF4-FFF2-40B4-BE49-F238E27FC236}">
                  <a16:creationId xmlns:a16="http://schemas.microsoft.com/office/drawing/2014/main" id="{B149CC6F-B6C6-BE46-B451-1BF7D47A89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56" name="Straight Connector 55">
            <a:extLst>
              <a:ext uri="{FF2B5EF4-FFF2-40B4-BE49-F238E27FC236}">
                <a16:creationId xmlns:a16="http://schemas.microsoft.com/office/drawing/2014/main" id="{D33A3282-0389-C547-8CA6-7F3E7F27B3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useBgFill="1">
        <p:nvSpPr>
          <p:cNvPr id="58" name="Rectangle 57">
            <a:extLst>
              <a:ext uri="{FF2B5EF4-FFF2-40B4-BE49-F238E27FC236}">
                <a16:creationId xmlns:a16="http://schemas.microsoft.com/office/drawing/2014/main" id="{4EFE82FE-7465-AE46-88DF-34D347E83B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EB8974-CD49-B04F-496B-D34F1CAFF4BC}"/>
              </a:ext>
            </a:extLst>
          </p:cNvPr>
          <p:cNvSpPr>
            <a:spLocks noGrp="1"/>
          </p:cNvSpPr>
          <p:nvPr>
            <p:ph type="title"/>
          </p:nvPr>
        </p:nvSpPr>
        <p:spPr>
          <a:xfrm>
            <a:off x="565150" y="768334"/>
            <a:ext cx="4134537" cy="2866405"/>
          </a:xfrm>
        </p:spPr>
        <p:txBody>
          <a:bodyPr vert="horz" lIns="91440" tIns="45720" rIns="91440" bIns="45720" rtlCol="0" anchor="t">
            <a:normAutofit/>
          </a:bodyPr>
          <a:lstStyle/>
          <a:p>
            <a:pPr>
              <a:lnSpc>
                <a:spcPct val="90000"/>
              </a:lnSpc>
            </a:pPr>
            <a:r>
              <a:rPr lang="en-US" sz="3400" dirty="0"/>
              <a:t>Monthly sales growth percentage based on number of orders per month</a:t>
            </a:r>
          </a:p>
        </p:txBody>
      </p:sp>
      <p:grpSp>
        <p:nvGrpSpPr>
          <p:cNvPr id="60" name="Group 59">
            <a:extLst>
              <a:ext uri="{FF2B5EF4-FFF2-40B4-BE49-F238E27FC236}">
                <a16:creationId xmlns:a16="http://schemas.microsoft.com/office/drawing/2014/main" id="{665B630C-8A26-BF40-AD00-AAAB3F8DFB5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4677439"/>
            <a:chOff x="10290315" y="0"/>
            <a:chExt cx="1901686" cy="4677439"/>
          </a:xfrm>
        </p:grpSpPr>
        <p:sp>
          <p:nvSpPr>
            <p:cNvPr id="61" name="Freeform 85">
              <a:extLst>
                <a:ext uri="{FF2B5EF4-FFF2-40B4-BE49-F238E27FC236}">
                  <a16:creationId xmlns:a16="http://schemas.microsoft.com/office/drawing/2014/main" id="{47332152-49D9-5F42-9522-9424EDC706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87">
              <a:extLst>
                <a:ext uri="{FF2B5EF4-FFF2-40B4-BE49-F238E27FC236}">
                  <a16:creationId xmlns:a16="http://schemas.microsoft.com/office/drawing/2014/main" id="{60C97C94-6942-C048-8F6F-55E05CBA1A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3" name="Freeform 89">
              <a:extLst>
                <a:ext uri="{FF2B5EF4-FFF2-40B4-BE49-F238E27FC236}">
                  <a16:creationId xmlns:a16="http://schemas.microsoft.com/office/drawing/2014/main" id="{BD92967A-BFB2-E441-AC07-5997DDDD57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4" name="Freeform 100">
              <a:extLst>
                <a:ext uri="{FF2B5EF4-FFF2-40B4-BE49-F238E27FC236}">
                  <a16:creationId xmlns:a16="http://schemas.microsoft.com/office/drawing/2014/main" id="{DC25488D-5181-EC40-A6AC-862FC37879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66" name="Straight Connector 65">
            <a:extLst>
              <a:ext uri="{FF2B5EF4-FFF2-40B4-BE49-F238E27FC236}">
                <a16:creationId xmlns:a16="http://schemas.microsoft.com/office/drawing/2014/main" id="{EEA70831-9A8D-3B4D-8EA5-EE32F93E94E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4134537"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5" name="Content Placeholder 4">
            <a:extLst>
              <a:ext uri="{FF2B5EF4-FFF2-40B4-BE49-F238E27FC236}">
                <a16:creationId xmlns:a16="http://schemas.microsoft.com/office/drawing/2014/main" id="{D03FB531-97AA-FEC4-9E98-950205305E3B}"/>
              </a:ext>
            </a:extLst>
          </p:cNvPr>
          <p:cNvPicPr>
            <a:picLocks noGrp="1" noChangeAspect="1"/>
          </p:cNvPicPr>
          <p:nvPr>
            <p:ph idx="1"/>
          </p:nvPr>
        </p:nvPicPr>
        <p:blipFill>
          <a:blip r:embed="rId2"/>
          <a:stretch>
            <a:fillRect/>
          </a:stretch>
        </p:blipFill>
        <p:spPr>
          <a:xfrm>
            <a:off x="5168900" y="1282699"/>
            <a:ext cx="6368209" cy="4317993"/>
          </a:xfrm>
          <a:prstGeom prst="rect">
            <a:avLst/>
          </a:prstGeom>
        </p:spPr>
      </p:pic>
    </p:spTree>
    <p:extLst>
      <p:ext uri="{BB962C8B-B14F-4D97-AF65-F5344CB8AC3E}">
        <p14:creationId xmlns:p14="http://schemas.microsoft.com/office/powerpoint/2010/main" val="35989518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EB46B8FB-F6A2-5F47-A6CD-A7E17E6927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01388" y="0"/>
            <a:ext cx="5990612" cy="6858001"/>
            <a:chOff x="6201388" y="0"/>
            <a:chExt cx="5990612" cy="6858001"/>
          </a:xfrm>
        </p:grpSpPr>
        <p:sp>
          <p:nvSpPr>
            <p:cNvPr id="11" name="Oval 10">
              <a:extLst>
                <a:ext uri="{FF2B5EF4-FFF2-40B4-BE49-F238E27FC236}">
                  <a16:creationId xmlns:a16="http://schemas.microsoft.com/office/drawing/2014/main" id="{419BDE93-3EC2-4E4D-BC0B-417378F49E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46">
              <a:extLst>
                <a:ext uri="{FF2B5EF4-FFF2-40B4-BE49-F238E27FC236}">
                  <a16:creationId xmlns:a16="http://schemas.microsoft.com/office/drawing/2014/main" id="{FE21F82F-1EE5-8240-97F8-387DF0253F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48">
              <a:extLst>
                <a:ext uri="{FF2B5EF4-FFF2-40B4-BE49-F238E27FC236}">
                  <a16:creationId xmlns:a16="http://schemas.microsoft.com/office/drawing/2014/main" id="{AE1903E3-6B5F-6B4C-9A1F-62628A050A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Oval 13">
              <a:extLst>
                <a:ext uri="{FF2B5EF4-FFF2-40B4-BE49-F238E27FC236}">
                  <a16:creationId xmlns:a16="http://schemas.microsoft.com/office/drawing/2014/main" id="{F7C55863-3B37-0743-B001-1A970033FB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32B4C24-3A58-924C-B79A-D961EF7C2C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217788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21EF52E0-D2CF-544F-93A6-4D7B45A048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80636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63">
              <a:extLst>
                <a:ext uri="{FF2B5EF4-FFF2-40B4-BE49-F238E27FC236}">
                  <a16:creationId xmlns:a16="http://schemas.microsoft.com/office/drawing/2014/main" id="{6966CFE5-1C8C-2E4F-9B2D-A8438F5A53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64">
              <a:extLst>
                <a:ext uri="{FF2B5EF4-FFF2-40B4-BE49-F238E27FC236}">
                  <a16:creationId xmlns:a16="http://schemas.microsoft.com/office/drawing/2014/main" id="{9FD29EF3-A5B2-554A-A307-6BE1BCE8A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Oval 18">
              <a:extLst>
                <a:ext uri="{FF2B5EF4-FFF2-40B4-BE49-F238E27FC236}">
                  <a16:creationId xmlns:a16="http://schemas.microsoft.com/office/drawing/2014/main" id="{AC1ECAD8-0CF2-934D-AA1E-C108208CDE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492091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B14DED1-3A58-8C4D-902E-2A9F34043F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354939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65D65157-5719-0341-A807-A8956595FB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217788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A7F23F74-B777-2A4C-8EF9-E798880D59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70">
              <a:extLst>
                <a:ext uri="{FF2B5EF4-FFF2-40B4-BE49-F238E27FC236}">
                  <a16:creationId xmlns:a16="http://schemas.microsoft.com/office/drawing/2014/main" id="{E3B9A050-0AE1-1D4B-A2AC-6EEF64B106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71">
              <a:extLst>
                <a:ext uri="{FF2B5EF4-FFF2-40B4-BE49-F238E27FC236}">
                  <a16:creationId xmlns:a16="http://schemas.microsoft.com/office/drawing/2014/main" id="{C424FE38-F803-8D47-BF56-1B18EC2B1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Oval 24">
              <a:extLst>
                <a:ext uri="{FF2B5EF4-FFF2-40B4-BE49-F238E27FC236}">
                  <a16:creationId xmlns:a16="http://schemas.microsoft.com/office/drawing/2014/main" id="{E37187F2-9212-0641-97D0-1ACD50B748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492091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C760C651-2AC4-564E-BEAA-AB7FAFE7F7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58B0A1B8-5BA3-3548-9511-B4904D0526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75">
              <a:extLst>
                <a:ext uri="{FF2B5EF4-FFF2-40B4-BE49-F238E27FC236}">
                  <a16:creationId xmlns:a16="http://schemas.microsoft.com/office/drawing/2014/main" id="{424CD779-EE9A-214D-9488-767327E373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76">
              <a:extLst>
                <a:ext uri="{FF2B5EF4-FFF2-40B4-BE49-F238E27FC236}">
                  <a16:creationId xmlns:a16="http://schemas.microsoft.com/office/drawing/2014/main" id="{630D08C6-9EFB-8540-875F-2A55DED2A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77">
              <a:extLst>
                <a:ext uri="{FF2B5EF4-FFF2-40B4-BE49-F238E27FC236}">
                  <a16:creationId xmlns:a16="http://schemas.microsoft.com/office/drawing/2014/main" id="{D7E8DA86-1294-4641-9C52-6E15315064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78">
              <a:extLst>
                <a:ext uri="{FF2B5EF4-FFF2-40B4-BE49-F238E27FC236}">
                  <a16:creationId xmlns:a16="http://schemas.microsoft.com/office/drawing/2014/main" id="{011063C9-2A43-3348-A018-F27FACAA77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79">
              <a:extLst>
                <a:ext uri="{FF2B5EF4-FFF2-40B4-BE49-F238E27FC236}">
                  <a16:creationId xmlns:a16="http://schemas.microsoft.com/office/drawing/2014/main" id="{EE85C7DE-D965-244F-BD95-3A05FF4AAC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80">
              <a:extLst>
                <a:ext uri="{FF2B5EF4-FFF2-40B4-BE49-F238E27FC236}">
                  <a16:creationId xmlns:a16="http://schemas.microsoft.com/office/drawing/2014/main" id="{315A1389-149A-3342-A863-637D42FDB2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81">
              <a:extLst>
                <a:ext uri="{FF2B5EF4-FFF2-40B4-BE49-F238E27FC236}">
                  <a16:creationId xmlns:a16="http://schemas.microsoft.com/office/drawing/2014/main" id="{B149CC6F-B6C6-BE46-B451-1BF7D47A89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36" name="Straight Connector 35">
            <a:extLst>
              <a:ext uri="{FF2B5EF4-FFF2-40B4-BE49-F238E27FC236}">
                <a16:creationId xmlns:a16="http://schemas.microsoft.com/office/drawing/2014/main" id="{D33A3282-0389-C547-8CA6-7F3E7F27B3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useBgFill="1">
        <p:nvSpPr>
          <p:cNvPr id="38" name="Rectangle 37">
            <a:extLst>
              <a:ext uri="{FF2B5EF4-FFF2-40B4-BE49-F238E27FC236}">
                <a16:creationId xmlns:a16="http://schemas.microsoft.com/office/drawing/2014/main" id="{4EFE82FE-7465-AE46-88DF-34D347E83B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E5C8CA-3DBA-69A1-C70E-E4E30B1CCE32}"/>
              </a:ext>
            </a:extLst>
          </p:cNvPr>
          <p:cNvSpPr>
            <a:spLocks noGrp="1"/>
          </p:cNvSpPr>
          <p:nvPr>
            <p:ph type="title"/>
          </p:nvPr>
        </p:nvSpPr>
        <p:spPr>
          <a:xfrm>
            <a:off x="566924" y="765768"/>
            <a:ext cx="6402597" cy="1063244"/>
          </a:xfrm>
        </p:spPr>
        <p:txBody>
          <a:bodyPr vert="horz" lIns="91440" tIns="45720" rIns="91440" bIns="45720" rtlCol="0" anchor="t">
            <a:normAutofit/>
          </a:bodyPr>
          <a:lstStyle/>
          <a:p>
            <a:pPr>
              <a:lnSpc>
                <a:spcPct val="90000"/>
              </a:lnSpc>
            </a:pPr>
            <a:r>
              <a:rPr lang="en-US" sz="2600"/>
              <a:t>Monthly sales growth percentage based on number of orders per month</a:t>
            </a:r>
          </a:p>
        </p:txBody>
      </p:sp>
      <p:grpSp>
        <p:nvGrpSpPr>
          <p:cNvPr id="40" name="Group 39">
            <a:extLst>
              <a:ext uri="{FF2B5EF4-FFF2-40B4-BE49-F238E27FC236}">
                <a16:creationId xmlns:a16="http://schemas.microsoft.com/office/drawing/2014/main" id="{BCFFF971-DAC9-F44B-9F22-4B030B6B61B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4677439"/>
            <a:chOff x="10290315" y="0"/>
            <a:chExt cx="1901686" cy="4677439"/>
          </a:xfrm>
        </p:grpSpPr>
        <p:sp>
          <p:nvSpPr>
            <p:cNvPr id="41" name="Freeform 39">
              <a:extLst>
                <a:ext uri="{FF2B5EF4-FFF2-40B4-BE49-F238E27FC236}">
                  <a16:creationId xmlns:a16="http://schemas.microsoft.com/office/drawing/2014/main" id="{2E3E7145-2B02-8142-A82F-FFCA717D61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41">
              <a:extLst>
                <a:ext uri="{FF2B5EF4-FFF2-40B4-BE49-F238E27FC236}">
                  <a16:creationId xmlns:a16="http://schemas.microsoft.com/office/drawing/2014/main" id="{33EA453D-E925-4C4C-A1E9-D54E82602D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43">
              <a:extLst>
                <a:ext uri="{FF2B5EF4-FFF2-40B4-BE49-F238E27FC236}">
                  <a16:creationId xmlns:a16="http://schemas.microsoft.com/office/drawing/2014/main" id="{CBA4AF6C-8831-A34A-91A3-CC6ED3566B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44">
              <a:extLst>
                <a:ext uri="{FF2B5EF4-FFF2-40B4-BE49-F238E27FC236}">
                  <a16:creationId xmlns:a16="http://schemas.microsoft.com/office/drawing/2014/main" id="{8B12A352-6C2B-B94E-82E0-45D881BB7C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5" name="Content Placeholder 4">
            <a:extLst>
              <a:ext uri="{FF2B5EF4-FFF2-40B4-BE49-F238E27FC236}">
                <a16:creationId xmlns:a16="http://schemas.microsoft.com/office/drawing/2014/main" id="{465D3214-408C-52DA-9828-800A74178056}"/>
              </a:ext>
            </a:extLst>
          </p:cNvPr>
          <p:cNvPicPr>
            <a:picLocks noGrp="1" noChangeAspect="1"/>
          </p:cNvPicPr>
          <p:nvPr>
            <p:ph idx="1"/>
          </p:nvPr>
        </p:nvPicPr>
        <p:blipFill>
          <a:blip r:embed="rId2"/>
          <a:stretch>
            <a:fillRect/>
          </a:stretch>
        </p:blipFill>
        <p:spPr>
          <a:xfrm>
            <a:off x="651489" y="2298702"/>
            <a:ext cx="10885620" cy="3168946"/>
          </a:xfrm>
          <a:prstGeom prst="rect">
            <a:avLst/>
          </a:prstGeom>
        </p:spPr>
      </p:pic>
      <p:cxnSp>
        <p:nvCxnSpPr>
          <p:cNvPr id="46" name="Straight Connector 45">
            <a:extLst>
              <a:ext uri="{FF2B5EF4-FFF2-40B4-BE49-F238E27FC236}">
                <a16:creationId xmlns:a16="http://schemas.microsoft.com/office/drawing/2014/main" id="{51D4F49C-5EE1-6C4F-858E-AE02CC2CD5B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48179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EFE82FE-7465-AE46-88DF-34D347E83B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640345-BF42-B143-07FA-6A85CA6DD4FD}"/>
              </a:ext>
            </a:extLst>
          </p:cNvPr>
          <p:cNvSpPr>
            <a:spLocks noGrp="1"/>
          </p:cNvSpPr>
          <p:nvPr>
            <p:ph type="title"/>
          </p:nvPr>
        </p:nvSpPr>
        <p:spPr>
          <a:xfrm>
            <a:off x="565151" y="770890"/>
            <a:ext cx="4133559" cy="1268984"/>
          </a:xfrm>
        </p:spPr>
        <p:txBody>
          <a:bodyPr>
            <a:normAutofit/>
          </a:bodyPr>
          <a:lstStyle/>
          <a:p>
            <a:pPr>
              <a:lnSpc>
                <a:spcPct val="90000"/>
              </a:lnSpc>
            </a:pPr>
            <a:r>
              <a:rPr lang="en-IN" sz="3100" dirty="0"/>
              <a:t>Sales Performance Across Weekdays</a:t>
            </a:r>
          </a:p>
        </p:txBody>
      </p:sp>
      <p:sp>
        <p:nvSpPr>
          <p:cNvPr id="3" name="Content Placeholder 2">
            <a:extLst>
              <a:ext uri="{FF2B5EF4-FFF2-40B4-BE49-F238E27FC236}">
                <a16:creationId xmlns:a16="http://schemas.microsoft.com/office/drawing/2014/main" id="{23DEE519-F83F-D524-B929-6189E8BD6ACB}"/>
              </a:ext>
            </a:extLst>
          </p:cNvPr>
          <p:cNvSpPr>
            <a:spLocks noGrp="1"/>
          </p:cNvSpPr>
          <p:nvPr>
            <p:ph idx="1"/>
          </p:nvPr>
        </p:nvSpPr>
        <p:spPr>
          <a:xfrm>
            <a:off x="565151" y="2160016"/>
            <a:ext cx="4133559" cy="3601212"/>
          </a:xfrm>
        </p:spPr>
        <p:txBody>
          <a:bodyPr>
            <a:normAutofit/>
          </a:bodyPr>
          <a:lstStyle/>
          <a:p>
            <a:r>
              <a:rPr lang="en-US" dirty="0"/>
              <a:t>Sunday recorded the highest number of orders among all days.</a:t>
            </a:r>
          </a:p>
          <a:p>
            <a:r>
              <a:rPr lang="en-US" dirty="0"/>
              <a:t>While Tuesday and Saturday saw comparatively lower order volumes.</a:t>
            </a:r>
            <a:endParaRPr lang="en-IN" dirty="0"/>
          </a:p>
        </p:txBody>
      </p:sp>
      <p:pic>
        <p:nvPicPr>
          <p:cNvPr id="6" name="Picture 5">
            <a:extLst>
              <a:ext uri="{FF2B5EF4-FFF2-40B4-BE49-F238E27FC236}">
                <a16:creationId xmlns:a16="http://schemas.microsoft.com/office/drawing/2014/main" id="{80B49DC1-A92E-733F-E5E6-11C9E192BE21}"/>
              </a:ext>
            </a:extLst>
          </p:cNvPr>
          <p:cNvPicPr>
            <a:picLocks noChangeAspect="1"/>
          </p:cNvPicPr>
          <p:nvPr/>
        </p:nvPicPr>
        <p:blipFill>
          <a:blip r:embed="rId2"/>
          <a:stretch>
            <a:fillRect/>
          </a:stretch>
        </p:blipFill>
        <p:spPr>
          <a:xfrm>
            <a:off x="5106596" y="1492100"/>
            <a:ext cx="6430513" cy="3865149"/>
          </a:xfrm>
          <a:prstGeom prst="rect">
            <a:avLst/>
          </a:prstGeom>
        </p:spPr>
      </p:pic>
      <p:grpSp>
        <p:nvGrpSpPr>
          <p:cNvPr id="13" name="Group 12">
            <a:extLst>
              <a:ext uri="{FF2B5EF4-FFF2-40B4-BE49-F238E27FC236}">
                <a16:creationId xmlns:a16="http://schemas.microsoft.com/office/drawing/2014/main" id="{1B5E71B3-7269-894E-A00B-31D341365F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4677439"/>
            <a:chOff x="10290315" y="0"/>
            <a:chExt cx="1901686" cy="4677439"/>
          </a:xfrm>
        </p:grpSpPr>
        <p:sp>
          <p:nvSpPr>
            <p:cNvPr id="14" name="Freeform 85">
              <a:extLst>
                <a:ext uri="{FF2B5EF4-FFF2-40B4-BE49-F238E27FC236}">
                  <a16:creationId xmlns:a16="http://schemas.microsoft.com/office/drawing/2014/main" id="{FFFA3A20-1539-CC4A-9BE1-7415FE5A98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87">
              <a:extLst>
                <a:ext uri="{FF2B5EF4-FFF2-40B4-BE49-F238E27FC236}">
                  <a16:creationId xmlns:a16="http://schemas.microsoft.com/office/drawing/2014/main" id="{44EBCCFB-8EAB-2442-8E02-293F08D50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89">
              <a:extLst>
                <a:ext uri="{FF2B5EF4-FFF2-40B4-BE49-F238E27FC236}">
                  <a16:creationId xmlns:a16="http://schemas.microsoft.com/office/drawing/2014/main" id="{AFD14830-CC36-D64E-8173-398042563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97">
              <a:extLst>
                <a:ext uri="{FF2B5EF4-FFF2-40B4-BE49-F238E27FC236}">
                  <a16:creationId xmlns:a16="http://schemas.microsoft.com/office/drawing/2014/main" id="{FAA40AB8-EB6E-A44D-B3CA-7D25B64F5A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19" name="Straight Connector 18">
            <a:extLst>
              <a:ext uri="{FF2B5EF4-FFF2-40B4-BE49-F238E27FC236}">
                <a16:creationId xmlns:a16="http://schemas.microsoft.com/office/drawing/2014/main" id="{A0A01F17-907D-3541-BBAF-A33828880DC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413356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29302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7F2E4D6-EF46-1C43-8F3E-3620C3C83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527B05-60A2-4DF9-9DFE-E874ADBBE255}"/>
              </a:ext>
            </a:extLst>
          </p:cNvPr>
          <p:cNvSpPr>
            <a:spLocks noGrp="1"/>
          </p:cNvSpPr>
          <p:nvPr>
            <p:ph type="title"/>
          </p:nvPr>
        </p:nvSpPr>
        <p:spPr>
          <a:xfrm>
            <a:off x="565150" y="770889"/>
            <a:ext cx="4541445" cy="1587449"/>
          </a:xfrm>
        </p:spPr>
        <p:txBody>
          <a:bodyPr>
            <a:normAutofit/>
          </a:bodyPr>
          <a:lstStyle/>
          <a:p>
            <a:pPr>
              <a:lnSpc>
                <a:spcPct val="90000"/>
              </a:lnSpc>
            </a:pPr>
            <a:r>
              <a:rPr lang="en-IN" sz="3400"/>
              <a:t>Sales Performance Across Weekdays</a:t>
            </a:r>
          </a:p>
        </p:txBody>
      </p:sp>
      <p:pic>
        <p:nvPicPr>
          <p:cNvPr id="5" name="Content Placeholder 4">
            <a:extLst>
              <a:ext uri="{FF2B5EF4-FFF2-40B4-BE49-F238E27FC236}">
                <a16:creationId xmlns:a16="http://schemas.microsoft.com/office/drawing/2014/main" id="{C731C449-FF7C-8D12-9146-F4EA61F85555}"/>
              </a:ext>
            </a:extLst>
          </p:cNvPr>
          <p:cNvPicPr>
            <a:picLocks noChangeAspect="1"/>
          </p:cNvPicPr>
          <p:nvPr/>
        </p:nvPicPr>
        <p:blipFill>
          <a:blip r:embed="rId2"/>
          <a:stretch>
            <a:fillRect/>
          </a:stretch>
        </p:blipFill>
        <p:spPr>
          <a:xfrm>
            <a:off x="565150" y="2468435"/>
            <a:ext cx="10534650" cy="2847786"/>
          </a:xfrm>
          <a:prstGeom prst="rect">
            <a:avLst/>
          </a:prstGeom>
        </p:spPr>
      </p:pic>
      <p:grpSp>
        <p:nvGrpSpPr>
          <p:cNvPr id="14" name="Group 13">
            <a:extLst>
              <a:ext uri="{FF2B5EF4-FFF2-40B4-BE49-F238E27FC236}">
                <a16:creationId xmlns:a16="http://schemas.microsoft.com/office/drawing/2014/main" id="{05ADD15B-C747-D340-BF8A-A1DD2A6A93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4677439"/>
            <a:chOff x="10290315" y="0"/>
            <a:chExt cx="1901686" cy="4677439"/>
          </a:xfrm>
        </p:grpSpPr>
        <p:sp>
          <p:nvSpPr>
            <p:cNvPr id="15" name="Freeform 53">
              <a:extLst>
                <a:ext uri="{FF2B5EF4-FFF2-40B4-BE49-F238E27FC236}">
                  <a16:creationId xmlns:a16="http://schemas.microsoft.com/office/drawing/2014/main" id="{0B0B662E-0152-FD4E-B468-3F3593C151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55">
              <a:extLst>
                <a:ext uri="{FF2B5EF4-FFF2-40B4-BE49-F238E27FC236}">
                  <a16:creationId xmlns:a16="http://schemas.microsoft.com/office/drawing/2014/main" id="{81BFFC99-6B9D-F240-BD39-160F4C5735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57">
              <a:extLst>
                <a:ext uri="{FF2B5EF4-FFF2-40B4-BE49-F238E27FC236}">
                  <a16:creationId xmlns:a16="http://schemas.microsoft.com/office/drawing/2014/main" id="{4DC6AEB9-EEFF-D243-AEE2-42D0F9E53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58">
              <a:extLst>
                <a:ext uri="{FF2B5EF4-FFF2-40B4-BE49-F238E27FC236}">
                  <a16:creationId xmlns:a16="http://schemas.microsoft.com/office/drawing/2014/main" id="{D89DA958-651D-0049-A549-A9D22E4941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20" name="Straight Connector 19">
            <a:extLst>
              <a:ext uri="{FF2B5EF4-FFF2-40B4-BE49-F238E27FC236}">
                <a16:creationId xmlns:a16="http://schemas.microsoft.com/office/drawing/2014/main" id="{1FE039F1-6D47-C642-B506-452A83B0AB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68482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EFE82FE-7465-AE46-88DF-34D347E83B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1BADF1-664F-8465-F658-7CC3274F624F}"/>
              </a:ext>
            </a:extLst>
          </p:cNvPr>
          <p:cNvSpPr>
            <a:spLocks noGrp="1"/>
          </p:cNvSpPr>
          <p:nvPr>
            <p:ph type="title"/>
          </p:nvPr>
        </p:nvSpPr>
        <p:spPr>
          <a:xfrm>
            <a:off x="565151" y="770890"/>
            <a:ext cx="4133559" cy="1268984"/>
          </a:xfrm>
        </p:spPr>
        <p:txBody>
          <a:bodyPr>
            <a:normAutofit/>
          </a:bodyPr>
          <a:lstStyle/>
          <a:p>
            <a:pPr>
              <a:lnSpc>
                <a:spcPct val="90000"/>
              </a:lnSpc>
            </a:pPr>
            <a:r>
              <a:rPr lang="en-US" sz="3100" dirty="0"/>
              <a:t>Sales performance across the month</a:t>
            </a:r>
            <a:endParaRPr lang="en-IN" sz="3100" dirty="0"/>
          </a:p>
        </p:txBody>
      </p:sp>
      <p:sp>
        <p:nvSpPr>
          <p:cNvPr id="3" name="Content Placeholder 2">
            <a:extLst>
              <a:ext uri="{FF2B5EF4-FFF2-40B4-BE49-F238E27FC236}">
                <a16:creationId xmlns:a16="http://schemas.microsoft.com/office/drawing/2014/main" id="{40628F3F-27EB-04A1-8C0E-2B4FBF7A968C}"/>
              </a:ext>
            </a:extLst>
          </p:cNvPr>
          <p:cNvSpPr>
            <a:spLocks noGrp="1"/>
          </p:cNvSpPr>
          <p:nvPr>
            <p:ph idx="1"/>
          </p:nvPr>
        </p:nvSpPr>
        <p:spPr>
          <a:xfrm>
            <a:off x="565151" y="2160016"/>
            <a:ext cx="4133559" cy="3601212"/>
          </a:xfrm>
        </p:spPr>
        <p:txBody>
          <a:bodyPr>
            <a:normAutofit/>
          </a:bodyPr>
          <a:lstStyle/>
          <a:p>
            <a:r>
              <a:rPr lang="en-US" dirty="0"/>
              <a:t>The last 5 days and first 5 days of a month recorded the highest number of orders among all days.</a:t>
            </a:r>
          </a:p>
          <a:p>
            <a:r>
              <a:rPr lang="en-US" dirty="0"/>
              <a:t>While between 6</a:t>
            </a:r>
            <a:r>
              <a:rPr lang="en-US" baseline="30000" dirty="0"/>
              <a:t>th</a:t>
            </a:r>
            <a:r>
              <a:rPr lang="en-US" dirty="0"/>
              <a:t> to 25</a:t>
            </a:r>
            <a:r>
              <a:rPr lang="en-US" baseline="30000" dirty="0"/>
              <a:t>th</a:t>
            </a:r>
            <a:r>
              <a:rPr lang="en-US" dirty="0"/>
              <a:t> of every month saw comparatively lower order volumes.</a:t>
            </a:r>
            <a:endParaRPr lang="en-IN" dirty="0"/>
          </a:p>
          <a:p>
            <a:endParaRPr lang="en-IN" dirty="0"/>
          </a:p>
        </p:txBody>
      </p:sp>
      <p:pic>
        <p:nvPicPr>
          <p:cNvPr id="6" name="Picture 5">
            <a:extLst>
              <a:ext uri="{FF2B5EF4-FFF2-40B4-BE49-F238E27FC236}">
                <a16:creationId xmlns:a16="http://schemas.microsoft.com/office/drawing/2014/main" id="{F2011D21-4F2E-4F2C-DF53-44031AE4C369}"/>
              </a:ext>
            </a:extLst>
          </p:cNvPr>
          <p:cNvPicPr>
            <a:picLocks noChangeAspect="1"/>
          </p:cNvPicPr>
          <p:nvPr/>
        </p:nvPicPr>
        <p:blipFill>
          <a:blip r:embed="rId2"/>
          <a:stretch>
            <a:fillRect/>
          </a:stretch>
        </p:blipFill>
        <p:spPr>
          <a:xfrm>
            <a:off x="5106596" y="1492100"/>
            <a:ext cx="6430513" cy="3865149"/>
          </a:xfrm>
          <a:prstGeom prst="rect">
            <a:avLst/>
          </a:prstGeom>
        </p:spPr>
      </p:pic>
      <p:grpSp>
        <p:nvGrpSpPr>
          <p:cNvPr id="13" name="Group 12">
            <a:extLst>
              <a:ext uri="{FF2B5EF4-FFF2-40B4-BE49-F238E27FC236}">
                <a16:creationId xmlns:a16="http://schemas.microsoft.com/office/drawing/2014/main" id="{1B5E71B3-7269-894E-A00B-31D341365F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4677439"/>
            <a:chOff x="10290315" y="0"/>
            <a:chExt cx="1901686" cy="4677439"/>
          </a:xfrm>
        </p:grpSpPr>
        <p:sp>
          <p:nvSpPr>
            <p:cNvPr id="14" name="Freeform 85">
              <a:extLst>
                <a:ext uri="{FF2B5EF4-FFF2-40B4-BE49-F238E27FC236}">
                  <a16:creationId xmlns:a16="http://schemas.microsoft.com/office/drawing/2014/main" id="{FFFA3A20-1539-CC4A-9BE1-7415FE5A98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87">
              <a:extLst>
                <a:ext uri="{FF2B5EF4-FFF2-40B4-BE49-F238E27FC236}">
                  <a16:creationId xmlns:a16="http://schemas.microsoft.com/office/drawing/2014/main" id="{44EBCCFB-8EAB-2442-8E02-293F08D50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89">
              <a:extLst>
                <a:ext uri="{FF2B5EF4-FFF2-40B4-BE49-F238E27FC236}">
                  <a16:creationId xmlns:a16="http://schemas.microsoft.com/office/drawing/2014/main" id="{AFD14830-CC36-D64E-8173-398042563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97">
              <a:extLst>
                <a:ext uri="{FF2B5EF4-FFF2-40B4-BE49-F238E27FC236}">
                  <a16:creationId xmlns:a16="http://schemas.microsoft.com/office/drawing/2014/main" id="{FAA40AB8-EB6E-A44D-B3CA-7D25B64F5A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19" name="Straight Connector 18">
            <a:extLst>
              <a:ext uri="{FF2B5EF4-FFF2-40B4-BE49-F238E27FC236}">
                <a16:creationId xmlns:a16="http://schemas.microsoft.com/office/drawing/2014/main" id="{A0A01F17-907D-3541-BBAF-A33828880DC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413356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23297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EB46B8FB-F6A2-5F47-A6CD-A7E17E6927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01388" y="0"/>
            <a:ext cx="5990612" cy="6858001"/>
            <a:chOff x="6201388" y="0"/>
            <a:chExt cx="5990612" cy="6858001"/>
          </a:xfrm>
        </p:grpSpPr>
        <p:sp>
          <p:nvSpPr>
            <p:cNvPr id="26" name="Oval 25">
              <a:extLst>
                <a:ext uri="{FF2B5EF4-FFF2-40B4-BE49-F238E27FC236}">
                  <a16:creationId xmlns:a16="http://schemas.microsoft.com/office/drawing/2014/main" id="{419BDE93-3EC2-4E4D-BC0B-417378F49E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46">
              <a:extLst>
                <a:ext uri="{FF2B5EF4-FFF2-40B4-BE49-F238E27FC236}">
                  <a16:creationId xmlns:a16="http://schemas.microsoft.com/office/drawing/2014/main" id="{FE21F82F-1EE5-8240-97F8-387DF0253F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48">
              <a:extLst>
                <a:ext uri="{FF2B5EF4-FFF2-40B4-BE49-F238E27FC236}">
                  <a16:creationId xmlns:a16="http://schemas.microsoft.com/office/drawing/2014/main" id="{AE1903E3-6B5F-6B4C-9A1F-62628A050A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Oval 28">
              <a:extLst>
                <a:ext uri="{FF2B5EF4-FFF2-40B4-BE49-F238E27FC236}">
                  <a16:creationId xmlns:a16="http://schemas.microsoft.com/office/drawing/2014/main" id="{F7C55863-3B37-0743-B001-1A970033FB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932B4C24-3A58-924C-B79A-D961EF7C2C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217788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21EF52E0-D2CF-544F-93A6-4D7B45A048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80636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63">
              <a:extLst>
                <a:ext uri="{FF2B5EF4-FFF2-40B4-BE49-F238E27FC236}">
                  <a16:creationId xmlns:a16="http://schemas.microsoft.com/office/drawing/2014/main" id="{6966CFE5-1C8C-2E4F-9B2D-A8438F5A53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64">
              <a:extLst>
                <a:ext uri="{FF2B5EF4-FFF2-40B4-BE49-F238E27FC236}">
                  <a16:creationId xmlns:a16="http://schemas.microsoft.com/office/drawing/2014/main" id="{9FD29EF3-A5B2-554A-A307-6BE1BCE8A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Oval 33">
              <a:extLst>
                <a:ext uri="{FF2B5EF4-FFF2-40B4-BE49-F238E27FC236}">
                  <a16:creationId xmlns:a16="http://schemas.microsoft.com/office/drawing/2014/main" id="{AC1ECAD8-0CF2-934D-AA1E-C108208CDE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492091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DB14DED1-3A58-8C4D-902E-2A9F34043F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354939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65D65157-5719-0341-A807-A8956595FB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217788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A7F23F74-B777-2A4C-8EF9-E798880D59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70">
              <a:extLst>
                <a:ext uri="{FF2B5EF4-FFF2-40B4-BE49-F238E27FC236}">
                  <a16:creationId xmlns:a16="http://schemas.microsoft.com/office/drawing/2014/main" id="{E3B9A050-0AE1-1D4B-A2AC-6EEF64B106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71">
              <a:extLst>
                <a:ext uri="{FF2B5EF4-FFF2-40B4-BE49-F238E27FC236}">
                  <a16:creationId xmlns:a16="http://schemas.microsoft.com/office/drawing/2014/main" id="{C424FE38-F803-8D47-BF56-1B18EC2B1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Oval 39">
              <a:extLst>
                <a:ext uri="{FF2B5EF4-FFF2-40B4-BE49-F238E27FC236}">
                  <a16:creationId xmlns:a16="http://schemas.microsoft.com/office/drawing/2014/main" id="{E37187F2-9212-0641-97D0-1ACD50B748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492091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C760C651-2AC4-564E-BEAA-AB7FAFE7F7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58B0A1B8-5BA3-3548-9511-B4904D0526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75">
              <a:extLst>
                <a:ext uri="{FF2B5EF4-FFF2-40B4-BE49-F238E27FC236}">
                  <a16:creationId xmlns:a16="http://schemas.microsoft.com/office/drawing/2014/main" id="{424CD779-EE9A-214D-9488-767327E373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76">
              <a:extLst>
                <a:ext uri="{FF2B5EF4-FFF2-40B4-BE49-F238E27FC236}">
                  <a16:creationId xmlns:a16="http://schemas.microsoft.com/office/drawing/2014/main" id="{630D08C6-9EFB-8540-875F-2A55DED2A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5" name="Freeform 77">
              <a:extLst>
                <a:ext uri="{FF2B5EF4-FFF2-40B4-BE49-F238E27FC236}">
                  <a16:creationId xmlns:a16="http://schemas.microsoft.com/office/drawing/2014/main" id="{D7E8DA86-1294-4641-9C52-6E15315064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6" name="Freeform 78">
              <a:extLst>
                <a:ext uri="{FF2B5EF4-FFF2-40B4-BE49-F238E27FC236}">
                  <a16:creationId xmlns:a16="http://schemas.microsoft.com/office/drawing/2014/main" id="{011063C9-2A43-3348-A018-F27FACAA77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Freeform 79">
              <a:extLst>
                <a:ext uri="{FF2B5EF4-FFF2-40B4-BE49-F238E27FC236}">
                  <a16:creationId xmlns:a16="http://schemas.microsoft.com/office/drawing/2014/main" id="{EE85C7DE-D965-244F-BD95-3A05FF4AAC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8" name="Freeform 80">
              <a:extLst>
                <a:ext uri="{FF2B5EF4-FFF2-40B4-BE49-F238E27FC236}">
                  <a16:creationId xmlns:a16="http://schemas.microsoft.com/office/drawing/2014/main" id="{315A1389-149A-3342-A863-637D42FDB2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81">
              <a:extLst>
                <a:ext uri="{FF2B5EF4-FFF2-40B4-BE49-F238E27FC236}">
                  <a16:creationId xmlns:a16="http://schemas.microsoft.com/office/drawing/2014/main" id="{B149CC6F-B6C6-BE46-B451-1BF7D47A89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51" name="Straight Connector 50">
            <a:extLst>
              <a:ext uri="{FF2B5EF4-FFF2-40B4-BE49-F238E27FC236}">
                <a16:creationId xmlns:a16="http://schemas.microsoft.com/office/drawing/2014/main" id="{D33A3282-0389-C547-8CA6-7F3E7F27B3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useBgFill="1">
        <p:nvSpPr>
          <p:cNvPr id="53" name="Rectangle 52">
            <a:extLst>
              <a:ext uri="{FF2B5EF4-FFF2-40B4-BE49-F238E27FC236}">
                <a16:creationId xmlns:a16="http://schemas.microsoft.com/office/drawing/2014/main" id="{4EFE82FE-7465-AE46-88DF-34D347E83B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9930D9-AACB-09FF-1020-0652C482A6D2}"/>
              </a:ext>
            </a:extLst>
          </p:cNvPr>
          <p:cNvSpPr>
            <a:spLocks noGrp="1"/>
          </p:cNvSpPr>
          <p:nvPr>
            <p:ph type="title"/>
          </p:nvPr>
        </p:nvSpPr>
        <p:spPr>
          <a:xfrm>
            <a:off x="566924" y="765768"/>
            <a:ext cx="6402597" cy="1063244"/>
          </a:xfrm>
        </p:spPr>
        <p:txBody>
          <a:bodyPr vert="horz" lIns="91440" tIns="45720" rIns="91440" bIns="45720" rtlCol="0" anchor="t">
            <a:normAutofit/>
          </a:bodyPr>
          <a:lstStyle/>
          <a:p>
            <a:pPr>
              <a:lnSpc>
                <a:spcPct val="90000"/>
              </a:lnSpc>
            </a:pPr>
            <a:r>
              <a:rPr lang="en-US" sz="3400"/>
              <a:t>Sales performance across the month</a:t>
            </a:r>
          </a:p>
        </p:txBody>
      </p:sp>
      <p:grpSp>
        <p:nvGrpSpPr>
          <p:cNvPr id="55" name="Group 54">
            <a:extLst>
              <a:ext uri="{FF2B5EF4-FFF2-40B4-BE49-F238E27FC236}">
                <a16:creationId xmlns:a16="http://schemas.microsoft.com/office/drawing/2014/main" id="{BCFFF971-DAC9-F44B-9F22-4B030B6B61B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4677439"/>
            <a:chOff x="10290315" y="0"/>
            <a:chExt cx="1901686" cy="4677439"/>
          </a:xfrm>
        </p:grpSpPr>
        <p:sp>
          <p:nvSpPr>
            <p:cNvPr id="56" name="Freeform 39">
              <a:extLst>
                <a:ext uri="{FF2B5EF4-FFF2-40B4-BE49-F238E27FC236}">
                  <a16:creationId xmlns:a16="http://schemas.microsoft.com/office/drawing/2014/main" id="{2E3E7145-2B02-8142-A82F-FFCA717D61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41">
              <a:extLst>
                <a:ext uri="{FF2B5EF4-FFF2-40B4-BE49-F238E27FC236}">
                  <a16:creationId xmlns:a16="http://schemas.microsoft.com/office/drawing/2014/main" id="{33EA453D-E925-4C4C-A1E9-D54E82602D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8" name="Freeform 43">
              <a:extLst>
                <a:ext uri="{FF2B5EF4-FFF2-40B4-BE49-F238E27FC236}">
                  <a16:creationId xmlns:a16="http://schemas.microsoft.com/office/drawing/2014/main" id="{CBA4AF6C-8831-A34A-91A3-CC6ED3566B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44">
              <a:extLst>
                <a:ext uri="{FF2B5EF4-FFF2-40B4-BE49-F238E27FC236}">
                  <a16:creationId xmlns:a16="http://schemas.microsoft.com/office/drawing/2014/main" id="{8B12A352-6C2B-B94E-82E0-45D881BB7C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5" name="Content Placeholder 4">
            <a:extLst>
              <a:ext uri="{FF2B5EF4-FFF2-40B4-BE49-F238E27FC236}">
                <a16:creationId xmlns:a16="http://schemas.microsoft.com/office/drawing/2014/main" id="{5F805066-DD62-0176-49A2-6F939E099551}"/>
              </a:ext>
            </a:extLst>
          </p:cNvPr>
          <p:cNvPicPr>
            <a:picLocks noChangeAspect="1"/>
          </p:cNvPicPr>
          <p:nvPr/>
        </p:nvPicPr>
        <p:blipFill>
          <a:blip r:embed="rId2"/>
          <a:stretch>
            <a:fillRect/>
          </a:stretch>
        </p:blipFill>
        <p:spPr>
          <a:xfrm>
            <a:off x="2692588" y="2169236"/>
            <a:ext cx="6803421" cy="3712134"/>
          </a:xfrm>
          <a:prstGeom prst="rect">
            <a:avLst/>
          </a:prstGeom>
        </p:spPr>
      </p:pic>
      <p:cxnSp>
        <p:nvCxnSpPr>
          <p:cNvPr id="61" name="Straight Connector 60">
            <a:extLst>
              <a:ext uri="{FF2B5EF4-FFF2-40B4-BE49-F238E27FC236}">
                <a16:creationId xmlns:a16="http://schemas.microsoft.com/office/drawing/2014/main" id="{51D4F49C-5EE1-6C4F-858E-AE02CC2CD5B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40234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EB46B8FB-F6A2-5F47-A6CD-A7E17E6927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01388" y="0"/>
            <a:ext cx="5990612" cy="6858001"/>
            <a:chOff x="6201388" y="0"/>
            <a:chExt cx="5990612" cy="6858001"/>
          </a:xfrm>
        </p:grpSpPr>
        <p:sp>
          <p:nvSpPr>
            <p:cNvPr id="11" name="Oval 10">
              <a:extLst>
                <a:ext uri="{FF2B5EF4-FFF2-40B4-BE49-F238E27FC236}">
                  <a16:creationId xmlns:a16="http://schemas.microsoft.com/office/drawing/2014/main" id="{419BDE93-3EC2-4E4D-BC0B-417378F49E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46">
              <a:extLst>
                <a:ext uri="{FF2B5EF4-FFF2-40B4-BE49-F238E27FC236}">
                  <a16:creationId xmlns:a16="http://schemas.microsoft.com/office/drawing/2014/main" id="{FE21F82F-1EE5-8240-97F8-387DF0253F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48">
              <a:extLst>
                <a:ext uri="{FF2B5EF4-FFF2-40B4-BE49-F238E27FC236}">
                  <a16:creationId xmlns:a16="http://schemas.microsoft.com/office/drawing/2014/main" id="{AE1903E3-6B5F-6B4C-9A1F-62628A050A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Oval 13">
              <a:extLst>
                <a:ext uri="{FF2B5EF4-FFF2-40B4-BE49-F238E27FC236}">
                  <a16:creationId xmlns:a16="http://schemas.microsoft.com/office/drawing/2014/main" id="{F7C55863-3B37-0743-B001-1A970033FB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32B4C24-3A58-924C-B79A-D961EF7C2C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217788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21EF52E0-D2CF-544F-93A6-4D7B45A048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80636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63">
              <a:extLst>
                <a:ext uri="{FF2B5EF4-FFF2-40B4-BE49-F238E27FC236}">
                  <a16:creationId xmlns:a16="http://schemas.microsoft.com/office/drawing/2014/main" id="{6966CFE5-1C8C-2E4F-9B2D-A8438F5A53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64">
              <a:extLst>
                <a:ext uri="{FF2B5EF4-FFF2-40B4-BE49-F238E27FC236}">
                  <a16:creationId xmlns:a16="http://schemas.microsoft.com/office/drawing/2014/main" id="{9FD29EF3-A5B2-554A-A307-6BE1BCE8A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Oval 18">
              <a:extLst>
                <a:ext uri="{FF2B5EF4-FFF2-40B4-BE49-F238E27FC236}">
                  <a16:creationId xmlns:a16="http://schemas.microsoft.com/office/drawing/2014/main" id="{AC1ECAD8-0CF2-934D-AA1E-C108208CDE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492091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B14DED1-3A58-8C4D-902E-2A9F34043F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354939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65D65157-5719-0341-A807-A8956595FB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217788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A7F23F74-B777-2A4C-8EF9-E798880D59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70">
              <a:extLst>
                <a:ext uri="{FF2B5EF4-FFF2-40B4-BE49-F238E27FC236}">
                  <a16:creationId xmlns:a16="http://schemas.microsoft.com/office/drawing/2014/main" id="{E3B9A050-0AE1-1D4B-A2AC-6EEF64B106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71">
              <a:extLst>
                <a:ext uri="{FF2B5EF4-FFF2-40B4-BE49-F238E27FC236}">
                  <a16:creationId xmlns:a16="http://schemas.microsoft.com/office/drawing/2014/main" id="{C424FE38-F803-8D47-BF56-1B18EC2B1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Oval 24">
              <a:extLst>
                <a:ext uri="{FF2B5EF4-FFF2-40B4-BE49-F238E27FC236}">
                  <a16:creationId xmlns:a16="http://schemas.microsoft.com/office/drawing/2014/main" id="{E37187F2-9212-0641-97D0-1ACD50B748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492091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C760C651-2AC4-564E-BEAA-AB7FAFE7F7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58B0A1B8-5BA3-3548-9511-B4904D0526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75">
              <a:extLst>
                <a:ext uri="{FF2B5EF4-FFF2-40B4-BE49-F238E27FC236}">
                  <a16:creationId xmlns:a16="http://schemas.microsoft.com/office/drawing/2014/main" id="{424CD779-EE9A-214D-9488-767327E373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76">
              <a:extLst>
                <a:ext uri="{FF2B5EF4-FFF2-40B4-BE49-F238E27FC236}">
                  <a16:creationId xmlns:a16="http://schemas.microsoft.com/office/drawing/2014/main" id="{630D08C6-9EFB-8540-875F-2A55DED2A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77">
              <a:extLst>
                <a:ext uri="{FF2B5EF4-FFF2-40B4-BE49-F238E27FC236}">
                  <a16:creationId xmlns:a16="http://schemas.microsoft.com/office/drawing/2014/main" id="{D7E8DA86-1294-4641-9C52-6E15315064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78">
              <a:extLst>
                <a:ext uri="{FF2B5EF4-FFF2-40B4-BE49-F238E27FC236}">
                  <a16:creationId xmlns:a16="http://schemas.microsoft.com/office/drawing/2014/main" id="{011063C9-2A43-3348-A018-F27FACAA77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79">
              <a:extLst>
                <a:ext uri="{FF2B5EF4-FFF2-40B4-BE49-F238E27FC236}">
                  <a16:creationId xmlns:a16="http://schemas.microsoft.com/office/drawing/2014/main" id="{EE85C7DE-D965-244F-BD95-3A05FF4AAC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80">
              <a:extLst>
                <a:ext uri="{FF2B5EF4-FFF2-40B4-BE49-F238E27FC236}">
                  <a16:creationId xmlns:a16="http://schemas.microsoft.com/office/drawing/2014/main" id="{315A1389-149A-3342-A863-637D42FDB2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81">
              <a:extLst>
                <a:ext uri="{FF2B5EF4-FFF2-40B4-BE49-F238E27FC236}">
                  <a16:creationId xmlns:a16="http://schemas.microsoft.com/office/drawing/2014/main" id="{B149CC6F-B6C6-BE46-B451-1BF7D47A89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36" name="Straight Connector 35">
            <a:extLst>
              <a:ext uri="{FF2B5EF4-FFF2-40B4-BE49-F238E27FC236}">
                <a16:creationId xmlns:a16="http://schemas.microsoft.com/office/drawing/2014/main" id="{D33A3282-0389-C547-8CA6-7F3E7F27B3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useBgFill="1">
        <p:nvSpPr>
          <p:cNvPr id="38" name="Rectangle 37">
            <a:extLst>
              <a:ext uri="{FF2B5EF4-FFF2-40B4-BE49-F238E27FC236}">
                <a16:creationId xmlns:a16="http://schemas.microsoft.com/office/drawing/2014/main" id="{4EFE82FE-7465-AE46-88DF-34D347E83B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3E9FE7-674A-5E2B-8A60-9B96A6065FC8}"/>
              </a:ext>
            </a:extLst>
          </p:cNvPr>
          <p:cNvSpPr>
            <a:spLocks noGrp="1"/>
          </p:cNvSpPr>
          <p:nvPr>
            <p:ph type="title"/>
          </p:nvPr>
        </p:nvSpPr>
        <p:spPr>
          <a:xfrm>
            <a:off x="566924" y="765768"/>
            <a:ext cx="6402597" cy="1063244"/>
          </a:xfrm>
        </p:spPr>
        <p:txBody>
          <a:bodyPr vert="horz" lIns="91440" tIns="45720" rIns="91440" bIns="45720" rtlCol="0" anchor="t">
            <a:normAutofit/>
          </a:bodyPr>
          <a:lstStyle/>
          <a:p>
            <a:pPr>
              <a:lnSpc>
                <a:spcPct val="90000"/>
              </a:lnSpc>
            </a:pPr>
            <a:r>
              <a:rPr lang="en-US" sz="3400"/>
              <a:t>Customer categorization based on total order amount</a:t>
            </a:r>
          </a:p>
        </p:txBody>
      </p:sp>
      <p:grpSp>
        <p:nvGrpSpPr>
          <p:cNvPr id="40" name="Group 39">
            <a:extLst>
              <a:ext uri="{FF2B5EF4-FFF2-40B4-BE49-F238E27FC236}">
                <a16:creationId xmlns:a16="http://schemas.microsoft.com/office/drawing/2014/main" id="{BCFFF971-DAC9-F44B-9F22-4B030B6B61B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4677439"/>
            <a:chOff x="10290315" y="0"/>
            <a:chExt cx="1901686" cy="4677439"/>
          </a:xfrm>
        </p:grpSpPr>
        <p:sp>
          <p:nvSpPr>
            <p:cNvPr id="41" name="Freeform 39">
              <a:extLst>
                <a:ext uri="{FF2B5EF4-FFF2-40B4-BE49-F238E27FC236}">
                  <a16:creationId xmlns:a16="http://schemas.microsoft.com/office/drawing/2014/main" id="{2E3E7145-2B02-8142-A82F-FFCA717D61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41">
              <a:extLst>
                <a:ext uri="{FF2B5EF4-FFF2-40B4-BE49-F238E27FC236}">
                  <a16:creationId xmlns:a16="http://schemas.microsoft.com/office/drawing/2014/main" id="{33EA453D-E925-4C4C-A1E9-D54E82602D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43">
              <a:extLst>
                <a:ext uri="{FF2B5EF4-FFF2-40B4-BE49-F238E27FC236}">
                  <a16:creationId xmlns:a16="http://schemas.microsoft.com/office/drawing/2014/main" id="{CBA4AF6C-8831-A34A-91A3-CC6ED3566B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44">
              <a:extLst>
                <a:ext uri="{FF2B5EF4-FFF2-40B4-BE49-F238E27FC236}">
                  <a16:creationId xmlns:a16="http://schemas.microsoft.com/office/drawing/2014/main" id="{8B12A352-6C2B-B94E-82E0-45D881BB7C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5" name="Content Placeholder 4">
            <a:extLst>
              <a:ext uri="{FF2B5EF4-FFF2-40B4-BE49-F238E27FC236}">
                <a16:creationId xmlns:a16="http://schemas.microsoft.com/office/drawing/2014/main" id="{C4534845-F756-76AB-4B88-E9D8FAC80E5C}"/>
              </a:ext>
            </a:extLst>
          </p:cNvPr>
          <p:cNvPicPr>
            <a:picLocks noGrp="1" noChangeAspect="1"/>
          </p:cNvPicPr>
          <p:nvPr>
            <p:ph idx="1"/>
          </p:nvPr>
        </p:nvPicPr>
        <p:blipFill>
          <a:blip r:embed="rId2"/>
          <a:stretch>
            <a:fillRect/>
          </a:stretch>
        </p:blipFill>
        <p:spPr>
          <a:xfrm>
            <a:off x="651489" y="2556608"/>
            <a:ext cx="10885620" cy="2937389"/>
          </a:xfrm>
          <a:prstGeom prst="rect">
            <a:avLst/>
          </a:prstGeom>
        </p:spPr>
      </p:pic>
      <p:cxnSp>
        <p:nvCxnSpPr>
          <p:cNvPr id="46" name="Straight Connector 45">
            <a:extLst>
              <a:ext uri="{FF2B5EF4-FFF2-40B4-BE49-F238E27FC236}">
                <a16:creationId xmlns:a16="http://schemas.microsoft.com/office/drawing/2014/main" id="{51D4F49C-5EE1-6C4F-858E-AE02CC2CD5B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82855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EB46B8FB-F6A2-5F47-A6CD-A7E17E6927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01388" y="0"/>
            <a:ext cx="5990612" cy="6858001"/>
            <a:chOff x="6201388" y="0"/>
            <a:chExt cx="5990612" cy="6858001"/>
          </a:xfrm>
        </p:grpSpPr>
        <p:sp>
          <p:nvSpPr>
            <p:cNvPr id="11" name="Oval 10">
              <a:extLst>
                <a:ext uri="{FF2B5EF4-FFF2-40B4-BE49-F238E27FC236}">
                  <a16:creationId xmlns:a16="http://schemas.microsoft.com/office/drawing/2014/main" id="{419BDE93-3EC2-4E4D-BC0B-417378F49E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46">
              <a:extLst>
                <a:ext uri="{FF2B5EF4-FFF2-40B4-BE49-F238E27FC236}">
                  <a16:creationId xmlns:a16="http://schemas.microsoft.com/office/drawing/2014/main" id="{FE21F82F-1EE5-8240-97F8-387DF0253F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48">
              <a:extLst>
                <a:ext uri="{FF2B5EF4-FFF2-40B4-BE49-F238E27FC236}">
                  <a16:creationId xmlns:a16="http://schemas.microsoft.com/office/drawing/2014/main" id="{AE1903E3-6B5F-6B4C-9A1F-62628A050A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Oval 13">
              <a:extLst>
                <a:ext uri="{FF2B5EF4-FFF2-40B4-BE49-F238E27FC236}">
                  <a16:creationId xmlns:a16="http://schemas.microsoft.com/office/drawing/2014/main" id="{F7C55863-3B37-0743-B001-1A970033FB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32B4C24-3A58-924C-B79A-D961EF7C2C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217788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21EF52E0-D2CF-544F-93A6-4D7B45A048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3" y="80636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63">
              <a:extLst>
                <a:ext uri="{FF2B5EF4-FFF2-40B4-BE49-F238E27FC236}">
                  <a16:creationId xmlns:a16="http://schemas.microsoft.com/office/drawing/2014/main" id="{6966CFE5-1C8C-2E4F-9B2D-A8438F5A53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64">
              <a:extLst>
                <a:ext uri="{FF2B5EF4-FFF2-40B4-BE49-F238E27FC236}">
                  <a16:creationId xmlns:a16="http://schemas.microsoft.com/office/drawing/2014/main" id="{9FD29EF3-A5B2-554A-A307-6BE1BCE8A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Oval 18">
              <a:extLst>
                <a:ext uri="{FF2B5EF4-FFF2-40B4-BE49-F238E27FC236}">
                  <a16:creationId xmlns:a16="http://schemas.microsoft.com/office/drawing/2014/main" id="{AC1ECAD8-0CF2-934D-AA1E-C108208CDE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492091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B14DED1-3A58-8C4D-902E-2A9F34043F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354939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65D65157-5719-0341-A807-A8956595FB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217788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A7F23F74-B777-2A4C-8EF9-E798880D59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8"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70">
              <a:extLst>
                <a:ext uri="{FF2B5EF4-FFF2-40B4-BE49-F238E27FC236}">
                  <a16:creationId xmlns:a16="http://schemas.microsoft.com/office/drawing/2014/main" id="{E3B9A050-0AE1-1D4B-A2AC-6EEF64B106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71">
              <a:extLst>
                <a:ext uri="{FF2B5EF4-FFF2-40B4-BE49-F238E27FC236}">
                  <a16:creationId xmlns:a16="http://schemas.microsoft.com/office/drawing/2014/main" id="{C424FE38-F803-8D47-BF56-1B18EC2B1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Oval 24">
              <a:extLst>
                <a:ext uri="{FF2B5EF4-FFF2-40B4-BE49-F238E27FC236}">
                  <a16:creationId xmlns:a16="http://schemas.microsoft.com/office/drawing/2014/main" id="{E37187F2-9212-0641-97D0-1ACD50B748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492091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C760C651-2AC4-564E-BEAA-AB7FAFE7F7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58B0A1B8-5BA3-3548-9511-B4904D0526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4"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75">
              <a:extLst>
                <a:ext uri="{FF2B5EF4-FFF2-40B4-BE49-F238E27FC236}">
                  <a16:creationId xmlns:a16="http://schemas.microsoft.com/office/drawing/2014/main" id="{424CD779-EE9A-214D-9488-767327E373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76">
              <a:extLst>
                <a:ext uri="{FF2B5EF4-FFF2-40B4-BE49-F238E27FC236}">
                  <a16:creationId xmlns:a16="http://schemas.microsoft.com/office/drawing/2014/main" id="{630D08C6-9EFB-8540-875F-2A55DED2A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77">
              <a:extLst>
                <a:ext uri="{FF2B5EF4-FFF2-40B4-BE49-F238E27FC236}">
                  <a16:creationId xmlns:a16="http://schemas.microsoft.com/office/drawing/2014/main" id="{D7E8DA86-1294-4641-9C52-6E15315064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78">
              <a:extLst>
                <a:ext uri="{FF2B5EF4-FFF2-40B4-BE49-F238E27FC236}">
                  <a16:creationId xmlns:a16="http://schemas.microsoft.com/office/drawing/2014/main" id="{011063C9-2A43-3348-A018-F27FACAA77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79">
              <a:extLst>
                <a:ext uri="{FF2B5EF4-FFF2-40B4-BE49-F238E27FC236}">
                  <a16:creationId xmlns:a16="http://schemas.microsoft.com/office/drawing/2014/main" id="{EE85C7DE-D965-244F-BD95-3A05FF4AAC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80">
              <a:extLst>
                <a:ext uri="{FF2B5EF4-FFF2-40B4-BE49-F238E27FC236}">
                  <a16:creationId xmlns:a16="http://schemas.microsoft.com/office/drawing/2014/main" id="{315A1389-149A-3342-A863-637D42FDB2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81">
              <a:extLst>
                <a:ext uri="{FF2B5EF4-FFF2-40B4-BE49-F238E27FC236}">
                  <a16:creationId xmlns:a16="http://schemas.microsoft.com/office/drawing/2014/main" id="{B149CC6F-B6C6-BE46-B451-1BF7D47A89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36" name="Straight Connector 35">
            <a:extLst>
              <a:ext uri="{FF2B5EF4-FFF2-40B4-BE49-F238E27FC236}">
                <a16:creationId xmlns:a16="http://schemas.microsoft.com/office/drawing/2014/main" id="{D33A3282-0389-C547-8CA6-7F3E7F27B3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useBgFill="1">
        <p:nvSpPr>
          <p:cNvPr id="38" name="Rectangle 37">
            <a:extLst>
              <a:ext uri="{FF2B5EF4-FFF2-40B4-BE49-F238E27FC236}">
                <a16:creationId xmlns:a16="http://schemas.microsoft.com/office/drawing/2014/main" id="{4EFE82FE-7465-AE46-88DF-34D347E83B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CD8BD1-3390-0D5B-D78B-3CAB28E1CDC0}"/>
              </a:ext>
            </a:extLst>
          </p:cNvPr>
          <p:cNvSpPr>
            <a:spLocks noGrp="1"/>
          </p:cNvSpPr>
          <p:nvPr>
            <p:ph type="title"/>
          </p:nvPr>
        </p:nvSpPr>
        <p:spPr>
          <a:xfrm>
            <a:off x="565150" y="768334"/>
            <a:ext cx="4134537" cy="2866405"/>
          </a:xfrm>
        </p:spPr>
        <p:txBody>
          <a:bodyPr vert="horz" lIns="91440" tIns="45720" rIns="91440" bIns="45720" rtlCol="0" anchor="t">
            <a:normAutofit/>
          </a:bodyPr>
          <a:lstStyle/>
          <a:p>
            <a:pPr>
              <a:lnSpc>
                <a:spcPct val="90000"/>
              </a:lnSpc>
            </a:pPr>
            <a:r>
              <a:rPr lang="en-US" sz="5000"/>
              <a:t>Rating riders based on Number of deliveries.</a:t>
            </a:r>
          </a:p>
        </p:txBody>
      </p:sp>
      <p:grpSp>
        <p:nvGrpSpPr>
          <p:cNvPr id="40" name="Group 39">
            <a:extLst>
              <a:ext uri="{FF2B5EF4-FFF2-40B4-BE49-F238E27FC236}">
                <a16:creationId xmlns:a16="http://schemas.microsoft.com/office/drawing/2014/main" id="{665B630C-8A26-BF40-AD00-AAAB3F8DFB5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4677439"/>
            <a:chOff x="10290315" y="0"/>
            <a:chExt cx="1901686" cy="4677439"/>
          </a:xfrm>
        </p:grpSpPr>
        <p:sp>
          <p:nvSpPr>
            <p:cNvPr id="41" name="Freeform 85">
              <a:extLst>
                <a:ext uri="{FF2B5EF4-FFF2-40B4-BE49-F238E27FC236}">
                  <a16:creationId xmlns:a16="http://schemas.microsoft.com/office/drawing/2014/main" id="{47332152-49D9-5F42-9522-9424EDC706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87">
              <a:extLst>
                <a:ext uri="{FF2B5EF4-FFF2-40B4-BE49-F238E27FC236}">
                  <a16:creationId xmlns:a16="http://schemas.microsoft.com/office/drawing/2014/main" id="{60C97C94-6942-C048-8F6F-55E05CBA1A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89">
              <a:extLst>
                <a:ext uri="{FF2B5EF4-FFF2-40B4-BE49-F238E27FC236}">
                  <a16:creationId xmlns:a16="http://schemas.microsoft.com/office/drawing/2014/main" id="{BD92967A-BFB2-E441-AC07-5997DDDD57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100">
              <a:extLst>
                <a:ext uri="{FF2B5EF4-FFF2-40B4-BE49-F238E27FC236}">
                  <a16:creationId xmlns:a16="http://schemas.microsoft.com/office/drawing/2014/main" id="{DC25488D-5181-EC40-A6AC-862FC37879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46" name="Straight Connector 45">
            <a:extLst>
              <a:ext uri="{FF2B5EF4-FFF2-40B4-BE49-F238E27FC236}">
                <a16:creationId xmlns:a16="http://schemas.microsoft.com/office/drawing/2014/main" id="{EEA70831-9A8D-3B4D-8EA5-EE32F93E94E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4134537"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5" name="Content Placeholder 4">
            <a:extLst>
              <a:ext uri="{FF2B5EF4-FFF2-40B4-BE49-F238E27FC236}">
                <a16:creationId xmlns:a16="http://schemas.microsoft.com/office/drawing/2014/main" id="{8C5EF380-F478-8DFF-1FA7-A3474CBF1BC0}"/>
              </a:ext>
            </a:extLst>
          </p:cNvPr>
          <p:cNvPicPr>
            <a:picLocks noGrp="1" noChangeAspect="1"/>
          </p:cNvPicPr>
          <p:nvPr>
            <p:ph idx="1"/>
          </p:nvPr>
        </p:nvPicPr>
        <p:blipFill>
          <a:blip r:embed="rId2"/>
          <a:stretch>
            <a:fillRect/>
          </a:stretch>
        </p:blipFill>
        <p:spPr>
          <a:xfrm>
            <a:off x="5264837" y="1166436"/>
            <a:ext cx="6272272" cy="4516477"/>
          </a:xfrm>
          <a:prstGeom prst="rect">
            <a:avLst/>
          </a:prstGeom>
        </p:spPr>
      </p:pic>
    </p:spTree>
    <p:extLst>
      <p:ext uri="{BB962C8B-B14F-4D97-AF65-F5344CB8AC3E}">
        <p14:creationId xmlns:p14="http://schemas.microsoft.com/office/powerpoint/2010/main" val="32212426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EFE82FE-7465-AE46-88DF-34D347E83B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42F92B-66A5-C54A-9214-652479B2FC9E}"/>
              </a:ext>
            </a:extLst>
          </p:cNvPr>
          <p:cNvSpPr>
            <a:spLocks noGrp="1"/>
          </p:cNvSpPr>
          <p:nvPr>
            <p:ph type="title"/>
          </p:nvPr>
        </p:nvSpPr>
        <p:spPr>
          <a:xfrm>
            <a:off x="565151" y="770890"/>
            <a:ext cx="4133559" cy="1268984"/>
          </a:xfrm>
        </p:spPr>
        <p:txBody>
          <a:bodyPr>
            <a:normAutofit/>
          </a:bodyPr>
          <a:lstStyle/>
          <a:p>
            <a:pPr>
              <a:lnSpc>
                <a:spcPct val="90000"/>
              </a:lnSpc>
            </a:pPr>
            <a:r>
              <a:rPr lang="en-US" sz="3100"/>
              <a:t>Meal categorization based on order time</a:t>
            </a:r>
            <a:endParaRPr lang="en-IN" sz="3100"/>
          </a:p>
        </p:txBody>
      </p:sp>
      <p:sp>
        <p:nvSpPr>
          <p:cNvPr id="3" name="Content Placeholder 2">
            <a:extLst>
              <a:ext uri="{FF2B5EF4-FFF2-40B4-BE49-F238E27FC236}">
                <a16:creationId xmlns:a16="http://schemas.microsoft.com/office/drawing/2014/main" id="{91D22C3F-C85D-603B-9810-6FE4CE1AEE60}"/>
              </a:ext>
            </a:extLst>
          </p:cNvPr>
          <p:cNvSpPr>
            <a:spLocks noGrp="1"/>
          </p:cNvSpPr>
          <p:nvPr>
            <p:ph idx="1"/>
          </p:nvPr>
        </p:nvSpPr>
        <p:spPr>
          <a:xfrm>
            <a:off x="565151" y="2160016"/>
            <a:ext cx="4133559" cy="3601212"/>
          </a:xfrm>
        </p:spPr>
        <p:txBody>
          <a:bodyPr>
            <a:normAutofit fontScale="92500"/>
          </a:bodyPr>
          <a:lstStyle/>
          <a:p>
            <a:pPr marL="0" indent="0">
              <a:buNone/>
            </a:pPr>
            <a:r>
              <a:rPr lang="en-US" dirty="0"/>
              <a:t>To categorize orders based on the time they were placed, we created a user-defined function called meal_type. This function takes the order time as input and returns the corresponding meal category—such as Breakfast, Lunch, Dinner, or Late Night.</a:t>
            </a:r>
            <a:endParaRPr lang="en-IN" dirty="0"/>
          </a:p>
        </p:txBody>
      </p:sp>
      <p:pic>
        <p:nvPicPr>
          <p:cNvPr id="5" name="Picture 4">
            <a:extLst>
              <a:ext uri="{FF2B5EF4-FFF2-40B4-BE49-F238E27FC236}">
                <a16:creationId xmlns:a16="http://schemas.microsoft.com/office/drawing/2014/main" id="{4914F626-B47A-EB26-6933-97C7455B1F6E}"/>
              </a:ext>
            </a:extLst>
          </p:cNvPr>
          <p:cNvPicPr>
            <a:picLocks noChangeAspect="1"/>
          </p:cNvPicPr>
          <p:nvPr/>
        </p:nvPicPr>
        <p:blipFill>
          <a:blip r:embed="rId2"/>
          <a:stretch>
            <a:fillRect/>
          </a:stretch>
        </p:blipFill>
        <p:spPr>
          <a:xfrm>
            <a:off x="5106596" y="1357002"/>
            <a:ext cx="6430513" cy="4135345"/>
          </a:xfrm>
          <a:prstGeom prst="rect">
            <a:avLst/>
          </a:prstGeom>
        </p:spPr>
      </p:pic>
      <p:grpSp>
        <p:nvGrpSpPr>
          <p:cNvPr id="12" name="Group 11">
            <a:extLst>
              <a:ext uri="{FF2B5EF4-FFF2-40B4-BE49-F238E27FC236}">
                <a16:creationId xmlns:a16="http://schemas.microsoft.com/office/drawing/2014/main" id="{1B5E71B3-7269-894E-A00B-31D341365F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4677439"/>
            <a:chOff x="10290315" y="0"/>
            <a:chExt cx="1901686" cy="4677439"/>
          </a:xfrm>
        </p:grpSpPr>
        <p:sp>
          <p:nvSpPr>
            <p:cNvPr id="13" name="Freeform 85">
              <a:extLst>
                <a:ext uri="{FF2B5EF4-FFF2-40B4-BE49-F238E27FC236}">
                  <a16:creationId xmlns:a16="http://schemas.microsoft.com/office/drawing/2014/main" id="{FFFA3A20-1539-CC4A-9BE1-7415FE5A98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87">
              <a:extLst>
                <a:ext uri="{FF2B5EF4-FFF2-40B4-BE49-F238E27FC236}">
                  <a16:creationId xmlns:a16="http://schemas.microsoft.com/office/drawing/2014/main" id="{44EBCCFB-8EAB-2442-8E02-293F08D50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89">
              <a:extLst>
                <a:ext uri="{FF2B5EF4-FFF2-40B4-BE49-F238E27FC236}">
                  <a16:creationId xmlns:a16="http://schemas.microsoft.com/office/drawing/2014/main" id="{AFD14830-CC36-D64E-8173-398042563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97">
              <a:extLst>
                <a:ext uri="{FF2B5EF4-FFF2-40B4-BE49-F238E27FC236}">
                  <a16:creationId xmlns:a16="http://schemas.microsoft.com/office/drawing/2014/main" id="{FAA40AB8-EB6E-A44D-B3CA-7D25B64F5A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18" name="Straight Connector 17">
            <a:extLst>
              <a:ext uri="{FF2B5EF4-FFF2-40B4-BE49-F238E27FC236}">
                <a16:creationId xmlns:a16="http://schemas.microsoft.com/office/drawing/2014/main" id="{A0A01F17-907D-3541-BBAF-A33828880DC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413356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51797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7F2E4D6-EF46-1C43-8F3E-3620C3C83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E4627A-30BD-CE40-FB9A-4DB6DA82A660}"/>
              </a:ext>
            </a:extLst>
          </p:cNvPr>
          <p:cNvSpPr>
            <a:spLocks noGrp="1"/>
          </p:cNvSpPr>
          <p:nvPr>
            <p:ph type="title"/>
          </p:nvPr>
        </p:nvSpPr>
        <p:spPr>
          <a:xfrm>
            <a:off x="565150" y="770889"/>
            <a:ext cx="4541445" cy="1587449"/>
          </a:xfrm>
        </p:spPr>
        <p:txBody>
          <a:bodyPr>
            <a:normAutofit/>
          </a:bodyPr>
          <a:lstStyle/>
          <a:p>
            <a:r>
              <a:rPr lang="en-US" dirty="0"/>
              <a:t>Restaurants with Italian cuisine</a:t>
            </a:r>
            <a:endParaRPr lang="en-IN" dirty="0"/>
          </a:p>
        </p:txBody>
      </p:sp>
      <p:sp>
        <p:nvSpPr>
          <p:cNvPr id="3" name="Content Placeholder 2">
            <a:extLst>
              <a:ext uri="{FF2B5EF4-FFF2-40B4-BE49-F238E27FC236}">
                <a16:creationId xmlns:a16="http://schemas.microsoft.com/office/drawing/2014/main" id="{BFCB8D24-B4F5-C02B-4359-9196265A76B9}"/>
              </a:ext>
            </a:extLst>
          </p:cNvPr>
          <p:cNvSpPr>
            <a:spLocks noGrp="1"/>
          </p:cNvSpPr>
          <p:nvPr>
            <p:ph idx="1"/>
          </p:nvPr>
        </p:nvSpPr>
        <p:spPr>
          <a:xfrm>
            <a:off x="6155706" y="817197"/>
            <a:ext cx="5457725" cy="1541148"/>
          </a:xfrm>
        </p:spPr>
        <p:txBody>
          <a:bodyPr>
            <a:normAutofit/>
          </a:bodyPr>
          <a:lstStyle/>
          <a:p>
            <a:pPr marL="0" indent="0">
              <a:buNone/>
            </a:pPr>
            <a:r>
              <a:rPr lang="en-US" dirty="0"/>
              <a:t>61 out of our 71 restaurants has Italian cuisine in the menu.</a:t>
            </a:r>
            <a:endParaRPr lang="en-IN" dirty="0"/>
          </a:p>
        </p:txBody>
      </p:sp>
      <p:pic>
        <p:nvPicPr>
          <p:cNvPr id="5" name="Picture 4">
            <a:extLst>
              <a:ext uri="{FF2B5EF4-FFF2-40B4-BE49-F238E27FC236}">
                <a16:creationId xmlns:a16="http://schemas.microsoft.com/office/drawing/2014/main" id="{A150F0C0-7A06-3E4C-CEEE-56D84CEB9946}"/>
              </a:ext>
            </a:extLst>
          </p:cNvPr>
          <p:cNvPicPr>
            <a:picLocks noChangeAspect="1"/>
          </p:cNvPicPr>
          <p:nvPr/>
        </p:nvPicPr>
        <p:blipFill>
          <a:blip r:embed="rId2"/>
          <a:stretch>
            <a:fillRect/>
          </a:stretch>
        </p:blipFill>
        <p:spPr>
          <a:xfrm>
            <a:off x="651489" y="3082611"/>
            <a:ext cx="10885620" cy="2407785"/>
          </a:xfrm>
          <a:prstGeom prst="rect">
            <a:avLst/>
          </a:prstGeom>
        </p:spPr>
      </p:pic>
      <p:grpSp>
        <p:nvGrpSpPr>
          <p:cNvPr id="12" name="Group 11">
            <a:extLst>
              <a:ext uri="{FF2B5EF4-FFF2-40B4-BE49-F238E27FC236}">
                <a16:creationId xmlns:a16="http://schemas.microsoft.com/office/drawing/2014/main" id="{05ADD15B-C747-D340-BF8A-A1DD2A6A93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90315" y="0"/>
            <a:ext cx="1901686" cy="4677439"/>
            <a:chOff x="10290315" y="0"/>
            <a:chExt cx="1901686" cy="4677439"/>
          </a:xfrm>
        </p:grpSpPr>
        <p:sp>
          <p:nvSpPr>
            <p:cNvPr id="13" name="Freeform 53">
              <a:extLst>
                <a:ext uri="{FF2B5EF4-FFF2-40B4-BE49-F238E27FC236}">
                  <a16:creationId xmlns:a16="http://schemas.microsoft.com/office/drawing/2014/main" id="{0B0B662E-0152-FD4E-B468-3F3593C151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55">
              <a:extLst>
                <a:ext uri="{FF2B5EF4-FFF2-40B4-BE49-F238E27FC236}">
                  <a16:creationId xmlns:a16="http://schemas.microsoft.com/office/drawing/2014/main" id="{81BFFC99-6B9D-F240-BD39-160F4C5735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57">
              <a:extLst>
                <a:ext uri="{FF2B5EF4-FFF2-40B4-BE49-F238E27FC236}">
                  <a16:creationId xmlns:a16="http://schemas.microsoft.com/office/drawing/2014/main" id="{4DC6AEB9-EEFF-D243-AEE2-42D0F9E53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58">
              <a:extLst>
                <a:ext uri="{FF2B5EF4-FFF2-40B4-BE49-F238E27FC236}">
                  <a16:creationId xmlns:a16="http://schemas.microsoft.com/office/drawing/2014/main" id="{D89DA958-651D-0049-A549-A9D22E4941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18" name="Straight Connector 17">
            <a:extLst>
              <a:ext uri="{FF2B5EF4-FFF2-40B4-BE49-F238E27FC236}">
                <a16:creationId xmlns:a16="http://schemas.microsoft.com/office/drawing/2014/main" id="{1FE039F1-6D47-C642-B506-452A83B0AB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9948073"/>
      </p:ext>
    </p:extLst>
  </p:cSld>
  <p:clrMapOvr>
    <a:masterClrMapping/>
  </p:clrMapOvr>
</p:sld>
</file>

<file path=ppt/theme/theme1.xml><?xml version="1.0" encoding="utf-8"?>
<a:theme xmlns:a="http://schemas.openxmlformats.org/drawingml/2006/main" name="PunchcardVTI">
  <a:themeElements>
    <a:clrScheme name="Punchcard">
      <a:dk1>
        <a:srgbClr val="000000"/>
      </a:dk1>
      <a:lt1>
        <a:srgbClr val="FFFFFF"/>
      </a:lt1>
      <a:dk2>
        <a:srgbClr val="00224B"/>
      </a:dk2>
      <a:lt2>
        <a:srgbClr val="EFF0EF"/>
      </a:lt2>
      <a:accent1>
        <a:srgbClr val="00B2F3"/>
      </a:accent1>
      <a:accent2>
        <a:srgbClr val="0471CC"/>
      </a:accent2>
      <a:accent3>
        <a:srgbClr val="14BBA9"/>
      </a:accent3>
      <a:accent4>
        <a:srgbClr val="8BB93B"/>
      </a:accent4>
      <a:accent5>
        <a:srgbClr val="EC970C"/>
      </a:accent5>
      <a:accent6>
        <a:srgbClr val="F55822"/>
      </a:accent6>
      <a:hlink>
        <a:srgbClr val="008EE6"/>
      </a:hlink>
      <a:folHlink>
        <a:srgbClr val="808C8E"/>
      </a:folHlink>
    </a:clrScheme>
    <a:fontScheme name="Punchcard">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unchcardVTI" id="{C7262591-AF98-8F48-B56D-6342D2439B1A}" vid="{261D9F73-974A-B14E-9EAF-4871CCA60BB1}"/>
    </a:ext>
  </a:extLst>
</a:theme>
</file>

<file path=docProps/app.xml><?xml version="1.0" encoding="utf-8"?>
<Properties xmlns="http://schemas.openxmlformats.org/officeDocument/2006/extended-properties" xmlns:vt="http://schemas.openxmlformats.org/officeDocument/2006/docPropsVTypes">
  <TotalTime>8733</TotalTime>
  <Words>1086</Words>
  <Application>Microsoft Office PowerPoint</Application>
  <PresentationFormat>Widescreen</PresentationFormat>
  <Paragraphs>106</Paragraphs>
  <Slides>34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Neue Haas Grotesk Text Pro</vt:lpstr>
      <vt:lpstr>PunchcardVTI</vt:lpstr>
      <vt:lpstr>Data analysis using SQL</vt:lpstr>
      <vt:lpstr>Understanding the data</vt:lpstr>
      <vt:lpstr>Understanding data</vt:lpstr>
      <vt:lpstr>Understanding data</vt:lpstr>
      <vt:lpstr>Objectives</vt:lpstr>
      <vt:lpstr>Data import</vt:lpstr>
      <vt:lpstr>Data import using Command prompt:</vt:lpstr>
      <vt:lpstr>Data import using Command prompt:</vt:lpstr>
      <vt:lpstr>Data cleaning</vt:lpstr>
      <vt:lpstr>Data Cleaning</vt:lpstr>
      <vt:lpstr>Most ordered and least ordered items</vt:lpstr>
      <vt:lpstr>Most ordered and least ordered items</vt:lpstr>
      <vt:lpstr>Popular time slots</vt:lpstr>
      <vt:lpstr>Popular time slots</vt:lpstr>
      <vt:lpstr>Discount to customers with low overall order values</vt:lpstr>
      <vt:lpstr>Discount to customers with low overall order values</vt:lpstr>
      <vt:lpstr>Most popular and least popular restaurants </vt:lpstr>
      <vt:lpstr>Most popular and least popular restaurants</vt:lpstr>
      <vt:lpstr>City wise sales analysis</vt:lpstr>
      <vt:lpstr>City wise sales analysis</vt:lpstr>
      <vt:lpstr>Top Ordered Restaurants Across Cities</vt:lpstr>
      <vt:lpstr>Top Ordered Restaurants Across Cities</vt:lpstr>
      <vt:lpstr>Top ordered items across cities</vt:lpstr>
      <vt:lpstr>Top ordered items across cities (based on number of orders)</vt:lpstr>
      <vt:lpstr>Monthly sales growth percentage based on number of orders per month</vt:lpstr>
      <vt:lpstr>Monthly sales growth percentage based on number of orders per month</vt:lpstr>
      <vt:lpstr>Sales Performance Across Weekdays</vt:lpstr>
      <vt:lpstr>Sales Performance Across Weekdays</vt:lpstr>
      <vt:lpstr>Sales performance across the month</vt:lpstr>
      <vt:lpstr>Sales performance across the month</vt:lpstr>
      <vt:lpstr>Customer categorization based on total order amount</vt:lpstr>
      <vt:lpstr>Rating riders based on Number of deliveries.</vt:lpstr>
      <vt:lpstr>Meal categorization based on order time</vt:lpstr>
      <vt:lpstr>Restaurants with Italian cuisine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Shri Varsha T</dc:creator>
  <cp:lastModifiedBy>Shri Varsha T</cp:lastModifiedBy>
  <cp:revision>20</cp:revision>
  <dcterms:created xsi:type="dcterms:W3CDTF">2025-05-17T18:27:59Z</dcterms:created>
  <dcterms:modified xsi:type="dcterms:W3CDTF">2025-05-24T19:07:22Z</dcterms:modified>
</cp:coreProperties>
</file>